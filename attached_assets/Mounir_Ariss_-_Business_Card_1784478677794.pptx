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3240088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71C6"/>
    <a:srgbClr val="080A1A"/>
    <a:srgbClr val="020711"/>
    <a:srgbClr val="010538"/>
    <a:srgbClr val="C04A55"/>
    <a:srgbClr val="C2447E"/>
    <a:srgbClr val="B23EAB"/>
    <a:srgbClr val="7650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85"/>
    <p:restoredTop sz="94688"/>
  </p:normalViewPr>
  <p:slideViewPr>
    <p:cSldViewPr snapToGrid="0">
      <p:cViewPr varScale="1">
        <p:scale>
          <a:sx n="327" d="100"/>
          <a:sy n="327" d="100"/>
        </p:scale>
        <p:origin x="16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nir Ariss" userId="6cc2fbaa-4888-45cc-b760-90babab87bd5" providerId="ADAL" clId="{7192D635-EC99-53F4-B124-BC844B255C11}"/>
    <pc:docChg chg="undo custSel modSld">
      <pc:chgData name="Mounir Ariss" userId="6cc2fbaa-4888-45cc-b760-90babab87bd5" providerId="ADAL" clId="{7192D635-EC99-53F4-B124-BC844B255C11}" dt="2026-07-19T16:30:17.087" v="130" actId="478"/>
      <pc:docMkLst>
        <pc:docMk/>
      </pc:docMkLst>
      <pc:sldChg chg="addSp delSp modSp mod">
        <pc:chgData name="Mounir Ariss" userId="6cc2fbaa-4888-45cc-b760-90babab87bd5" providerId="ADAL" clId="{7192D635-EC99-53F4-B124-BC844B255C11}" dt="2026-07-19T16:30:17.087" v="130" actId="478"/>
        <pc:sldMkLst>
          <pc:docMk/>
          <pc:sldMk cId="823860236" sldId="256"/>
        </pc:sldMkLst>
        <pc:spChg chg="mod">
          <ac:chgData name="Mounir Ariss" userId="6cc2fbaa-4888-45cc-b760-90babab87bd5" providerId="ADAL" clId="{7192D635-EC99-53F4-B124-BC844B255C11}" dt="2026-07-19T16:24:20.473" v="11" actId="20577"/>
          <ac:spMkLst>
            <pc:docMk/>
            <pc:sldMk cId="823860236" sldId="256"/>
            <ac:spMk id="9" creationId="{66AD0792-D2CF-86A5-D4A9-E877935E1847}"/>
          </ac:spMkLst>
        </pc:spChg>
        <pc:spChg chg="mod">
          <ac:chgData name="Mounir Ariss" userId="6cc2fbaa-4888-45cc-b760-90babab87bd5" providerId="ADAL" clId="{7192D635-EC99-53F4-B124-BC844B255C11}" dt="2026-07-19T16:24:46.857" v="58" actId="1035"/>
          <ac:spMkLst>
            <pc:docMk/>
            <pc:sldMk cId="823860236" sldId="256"/>
            <ac:spMk id="11" creationId="{2400D1B7-1350-2C1C-DBA6-1F9FEDC84D51}"/>
          </ac:spMkLst>
        </pc:spChg>
        <pc:spChg chg="mod">
          <ac:chgData name="Mounir Ariss" userId="6cc2fbaa-4888-45cc-b760-90babab87bd5" providerId="ADAL" clId="{7192D635-EC99-53F4-B124-BC844B255C11}" dt="2026-07-19T16:24:56.525" v="66" actId="20577"/>
          <ac:spMkLst>
            <pc:docMk/>
            <pc:sldMk cId="823860236" sldId="256"/>
            <ac:spMk id="13" creationId="{354400EC-7B1A-846A-EB57-7CC4B56DBFEE}"/>
          </ac:spMkLst>
        </pc:spChg>
        <pc:picChg chg="add del mod">
          <ac:chgData name="Mounir Ariss" userId="6cc2fbaa-4888-45cc-b760-90babab87bd5" providerId="ADAL" clId="{7192D635-EC99-53F4-B124-BC844B255C11}" dt="2026-07-19T16:30:17.087" v="130" actId="478"/>
          <ac:picMkLst>
            <pc:docMk/>
            <pc:sldMk cId="823860236" sldId="256"/>
            <ac:picMk id="3" creationId="{1ECBD9AC-2D19-FFE9-DDEB-E52E9EC1E440}"/>
          </ac:picMkLst>
        </pc:picChg>
      </pc:sldChg>
      <pc:sldChg chg="addSp delSp modSp mod">
        <pc:chgData name="Mounir Ariss" userId="6cc2fbaa-4888-45cc-b760-90babab87bd5" providerId="ADAL" clId="{7192D635-EC99-53F4-B124-BC844B255C11}" dt="2026-07-19T16:28:59.939" v="119" actId="692"/>
        <pc:sldMkLst>
          <pc:docMk/>
          <pc:sldMk cId="4112962124" sldId="257"/>
        </pc:sldMkLst>
        <pc:spChg chg="add mod">
          <ac:chgData name="Mounir Ariss" userId="6cc2fbaa-4888-45cc-b760-90babab87bd5" providerId="ADAL" clId="{7192D635-EC99-53F4-B124-BC844B255C11}" dt="2026-07-19T16:28:59.939" v="119" actId="692"/>
          <ac:spMkLst>
            <pc:docMk/>
            <pc:sldMk cId="4112962124" sldId="257"/>
            <ac:spMk id="4" creationId="{E2DEC732-AD27-710A-16CC-8FDC893D2210}"/>
          </ac:spMkLst>
        </pc:spChg>
        <pc:picChg chg="add mod">
          <ac:chgData name="Mounir Ariss" userId="6cc2fbaa-4888-45cc-b760-90babab87bd5" providerId="ADAL" clId="{7192D635-EC99-53F4-B124-BC844B255C11}" dt="2026-07-19T16:27:30.777" v="75" actId="1076"/>
          <ac:picMkLst>
            <pc:docMk/>
            <pc:sldMk cId="4112962124" sldId="257"/>
            <ac:picMk id="3" creationId="{A3B68F93-318B-2084-CFAD-C51565576CD3}"/>
          </ac:picMkLst>
        </pc:picChg>
        <pc:picChg chg="mod">
          <ac:chgData name="Mounir Ariss" userId="6cc2fbaa-4888-45cc-b760-90babab87bd5" providerId="ADAL" clId="{7192D635-EC99-53F4-B124-BC844B255C11}" dt="2026-07-19T16:28:08.903" v="80" actId="12789"/>
          <ac:picMkLst>
            <pc:docMk/>
            <pc:sldMk cId="4112962124" sldId="257"/>
            <ac:picMk id="5" creationId="{255896FB-BC2D-524B-496B-BF5D7E2B3584}"/>
          </ac:picMkLst>
        </pc:picChg>
        <pc:picChg chg="del">
          <ac:chgData name="Mounir Ariss" userId="6cc2fbaa-4888-45cc-b760-90babab87bd5" providerId="ADAL" clId="{7192D635-EC99-53F4-B124-BC844B255C11}" dt="2026-07-19T16:27:23.516" v="70" actId="478"/>
          <ac:picMkLst>
            <pc:docMk/>
            <pc:sldMk cId="4112962124" sldId="257"/>
            <ac:picMk id="6" creationId="{FAFDC5BF-9646-6BFD-D335-1FE94944CFB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11" y="294620"/>
            <a:ext cx="2430066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011" y="945535"/>
            <a:ext cx="2430066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415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6987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68" y="448807"/>
            <a:ext cx="2794576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68" y="1204734"/>
            <a:ext cx="2794576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82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1732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56" y="479227"/>
            <a:ext cx="1377037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95" y="479227"/>
            <a:ext cx="1377037" cy="1142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4700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95846"/>
            <a:ext cx="2794576" cy="347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78" y="441305"/>
            <a:ext cx="137070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78" y="657582"/>
            <a:ext cx="1370709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95" y="441305"/>
            <a:ext cx="1377459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95" y="657582"/>
            <a:ext cx="1377459" cy="967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6258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1201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0869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459" y="259199"/>
            <a:ext cx="1640295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77538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78" y="120015"/>
            <a:ext cx="104501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459" y="259199"/>
            <a:ext cx="1640295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78" y="540067"/>
            <a:ext cx="104501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16921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8427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688" y="95846"/>
            <a:ext cx="698644" cy="152560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56" y="95846"/>
            <a:ext cx="2055431" cy="15256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5211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56" y="95846"/>
            <a:ext cx="2794576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56" y="479227"/>
            <a:ext cx="2794576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56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57999C-96C2-CF4C-8E16-20F8B5EB97D2}" type="datetimeFigureOut">
              <a:rPr lang="en-AE" smtClean="0"/>
              <a:t>19/07/2026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79" y="1668542"/>
            <a:ext cx="109353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312" y="1668542"/>
            <a:ext cx="72902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F1513-3375-9A4B-B958-E7295FE5B4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9490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5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42A0F10-7CE0-0E0A-C2A9-CE4829FAAE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2" y="228570"/>
            <a:ext cx="1676698" cy="11177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AD0792-D2CF-86A5-D4A9-E877935E1847}"/>
              </a:ext>
            </a:extLst>
          </p:cNvPr>
          <p:cNvSpPr txBox="1"/>
          <p:nvPr/>
        </p:nvSpPr>
        <p:spPr>
          <a:xfrm>
            <a:off x="1822174" y="467139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11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Mounir Ariss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38EC5-202F-B51A-2775-52535447B859}"/>
              </a:ext>
            </a:extLst>
          </p:cNvPr>
          <p:cNvSpPr txBox="1"/>
          <p:nvPr/>
        </p:nvSpPr>
        <p:spPr>
          <a:xfrm>
            <a:off x="1822174" y="675257"/>
            <a:ext cx="62549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Co-founder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0D1B7-1350-2C1C-DBA6-1F9FEDC84D51}"/>
              </a:ext>
            </a:extLst>
          </p:cNvPr>
          <p:cNvSpPr txBox="1"/>
          <p:nvPr/>
        </p:nvSpPr>
        <p:spPr>
          <a:xfrm>
            <a:off x="1822174" y="918437"/>
            <a:ext cx="8370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+971 50 650 44 16</a:t>
            </a:r>
          </a:p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+966 50 876 0 874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400EC-7B1A-846A-EB57-7CC4B56DBFEE}"/>
              </a:ext>
            </a:extLst>
          </p:cNvPr>
          <p:cNvSpPr txBox="1"/>
          <p:nvPr/>
        </p:nvSpPr>
        <p:spPr>
          <a:xfrm>
            <a:off x="1822174" y="1111070"/>
            <a:ext cx="9300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mounir@cognirise.ai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B727BE-863A-BC05-2020-1BF5DC713A56}"/>
              </a:ext>
            </a:extLst>
          </p:cNvPr>
          <p:cNvSpPr txBox="1"/>
          <p:nvPr/>
        </p:nvSpPr>
        <p:spPr>
          <a:xfrm>
            <a:off x="1822174" y="1259254"/>
            <a:ext cx="8066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E" sz="600" dirty="0">
                <a:solidFill>
                  <a:schemeClr val="bg1"/>
                </a:solidFill>
                <a:latin typeface="Plus Jakarta Sans ExtraLight" pitchFamily="2" charset="77"/>
                <a:cs typeface="Plus Jakarta Sans ExtraLight" pitchFamily="2" charset="77"/>
              </a:rPr>
              <a:t>www.cognirise.ai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677EF1-A407-B4C9-67B8-4B7FD0AA2BBA}"/>
              </a:ext>
            </a:extLst>
          </p:cNvPr>
          <p:cNvCxnSpPr/>
          <p:nvPr/>
        </p:nvCxnSpPr>
        <p:spPr>
          <a:xfrm>
            <a:off x="1726096" y="440635"/>
            <a:ext cx="0" cy="1017104"/>
          </a:xfrm>
          <a:prstGeom prst="line">
            <a:avLst/>
          </a:prstGeom>
          <a:ln w="6350">
            <a:gradFill>
              <a:gsLst>
                <a:gs pos="0">
                  <a:srgbClr val="2971C6"/>
                </a:gs>
                <a:gs pos="20000">
                  <a:srgbClr val="7650BB"/>
                </a:gs>
                <a:gs pos="56000">
                  <a:srgbClr val="B23EAB"/>
                </a:gs>
                <a:gs pos="82004">
                  <a:srgbClr val="C2447E"/>
                </a:gs>
                <a:gs pos="100000">
                  <a:srgbClr val="C04A5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86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rgbClr val="080A1A"/>
            </a:gs>
            <a:gs pos="0">
              <a:srgbClr val="020711"/>
            </a:gs>
            <a:gs pos="100000">
              <a:srgbClr val="080A1A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rCodeMaker - Free online QR code generator with logo in the middle">
            <a:extLst>
              <a:ext uri="{FF2B5EF4-FFF2-40B4-BE49-F238E27FC236}">
                <a16:creationId xmlns:a16="http://schemas.microsoft.com/office/drawing/2014/main" id="{255896FB-BC2D-524B-496B-BF5D7E2B3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639" y="642714"/>
            <a:ext cx="521147" cy="52114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3B68F93-318B-2084-CFAD-C51565576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51999"/>
            <a:ext cx="2187078" cy="1229577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DEC732-AD27-710A-16CC-8FDC893D2210}"/>
              </a:ext>
            </a:extLst>
          </p:cNvPr>
          <p:cNvSpPr/>
          <p:nvPr/>
        </p:nvSpPr>
        <p:spPr>
          <a:xfrm>
            <a:off x="2292350" y="606425"/>
            <a:ext cx="593725" cy="593725"/>
          </a:xfrm>
          <a:prstGeom prst="roundRect">
            <a:avLst>
              <a:gd name="adj" fmla="val 8111"/>
            </a:avLst>
          </a:prstGeom>
          <a:ln w="6350">
            <a:gradFill>
              <a:gsLst>
                <a:gs pos="81000">
                  <a:srgbClr val="C1466E"/>
                </a:gs>
                <a:gs pos="0">
                  <a:srgbClr val="2971C6"/>
                </a:gs>
                <a:gs pos="20000">
                  <a:srgbClr val="7650BB"/>
                </a:gs>
                <a:gs pos="43000">
                  <a:srgbClr val="B23EAB"/>
                </a:gs>
                <a:gs pos="62000">
                  <a:srgbClr val="C2447E"/>
                </a:gs>
                <a:gs pos="100000">
                  <a:srgbClr val="C04A55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12962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10927</TotalTime>
  <Words>25</Words>
  <Application>Microsoft Macintosh PowerPoint</Application>
  <PresentationFormat>Custom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Plus Jakarta Sans ExtraLight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Mounir Ariss</dc:creator>
  <cp:lastModifiedBy>Mounir Ariss</cp:lastModifiedBy>
  <cp:revision>3</cp:revision>
  <dcterms:created xsi:type="dcterms:W3CDTF">2026-06-24T13:53:55Z</dcterms:created>
  <dcterms:modified xsi:type="dcterms:W3CDTF">2026-07-19T16:30:23Z</dcterms:modified>
</cp:coreProperties>
</file>