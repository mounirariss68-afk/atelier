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3240088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A1A"/>
    <a:srgbClr val="020711"/>
    <a:srgbClr val="010538"/>
    <a:srgbClr val="C04A55"/>
    <a:srgbClr val="C2447E"/>
    <a:srgbClr val="B23EAB"/>
    <a:srgbClr val="7650BB"/>
    <a:srgbClr val="2971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69"/>
  </p:normalViewPr>
  <p:slideViewPr>
    <p:cSldViewPr snapToGrid="0">
      <p:cViewPr varScale="1">
        <p:scale>
          <a:sx n="350" d="100"/>
          <a:sy n="350" d="100"/>
        </p:scale>
        <p:origin x="16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11" y="294620"/>
            <a:ext cx="2430066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945535"/>
            <a:ext cx="2430066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415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6987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8" y="448807"/>
            <a:ext cx="2794576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8" y="1204734"/>
            <a:ext cx="2794576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1732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479227"/>
            <a:ext cx="1377037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479227"/>
            <a:ext cx="1377037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4700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95846"/>
            <a:ext cx="2794576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441305"/>
            <a:ext cx="137070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657582"/>
            <a:ext cx="1370709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441305"/>
            <a:ext cx="137745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657582"/>
            <a:ext cx="1377459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6258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1201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0869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259199"/>
            <a:ext cx="1640295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77538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259199"/>
            <a:ext cx="1640295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692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8427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95846"/>
            <a:ext cx="698644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95846"/>
            <a:ext cx="2055431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5211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95846"/>
            <a:ext cx="279457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479227"/>
            <a:ext cx="279457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7999C-96C2-CF4C-8E16-20F8B5EB97D2}" type="datetimeFigureOut">
              <a:rPr lang="en-AE" smtClean="0"/>
              <a:t>24/06/2026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1668542"/>
            <a:ext cx="109353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90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42A0F10-7CE0-0E0A-C2A9-CE4829FAA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2" y="228570"/>
            <a:ext cx="1676698" cy="11177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AD0792-D2CF-86A5-D4A9-E877935E1847}"/>
              </a:ext>
            </a:extLst>
          </p:cNvPr>
          <p:cNvSpPr txBox="1"/>
          <p:nvPr/>
        </p:nvSpPr>
        <p:spPr>
          <a:xfrm>
            <a:off x="1822174" y="467139"/>
            <a:ext cx="11769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1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Gökhan Güney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38EC5-202F-B51A-2775-52535447B859}"/>
              </a:ext>
            </a:extLst>
          </p:cNvPr>
          <p:cNvSpPr txBox="1"/>
          <p:nvPr/>
        </p:nvSpPr>
        <p:spPr>
          <a:xfrm>
            <a:off x="1822174" y="675257"/>
            <a:ext cx="62549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Co-founder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0D1B7-1350-2C1C-DBA6-1F9FEDC84D51}"/>
              </a:ext>
            </a:extLst>
          </p:cNvPr>
          <p:cNvSpPr txBox="1"/>
          <p:nvPr/>
        </p:nvSpPr>
        <p:spPr>
          <a:xfrm>
            <a:off x="1822174" y="962887"/>
            <a:ext cx="7906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+971 56 556 0197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400EC-7B1A-846A-EB57-7CC4B56DBFEE}"/>
              </a:ext>
            </a:extLst>
          </p:cNvPr>
          <p:cNvSpPr txBox="1"/>
          <p:nvPr/>
        </p:nvSpPr>
        <p:spPr>
          <a:xfrm>
            <a:off x="1822174" y="1111070"/>
            <a:ext cx="9541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gokhan@cognirise.ai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B727BE-863A-BC05-2020-1BF5DC713A56}"/>
              </a:ext>
            </a:extLst>
          </p:cNvPr>
          <p:cNvSpPr txBox="1"/>
          <p:nvPr/>
        </p:nvSpPr>
        <p:spPr>
          <a:xfrm>
            <a:off x="1822174" y="1259254"/>
            <a:ext cx="8066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www.cognirise.ai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677EF1-A407-B4C9-67B8-4B7FD0AA2BBA}"/>
              </a:ext>
            </a:extLst>
          </p:cNvPr>
          <p:cNvCxnSpPr/>
          <p:nvPr/>
        </p:nvCxnSpPr>
        <p:spPr>
          <a:xfrm>
            <a:off x="1726096" y="440635"/>
            <a:ext cx="0" cy="1017104"/>
          </a:xfrm>
          <a:prstGeom prst="line">
            <a:avLst/>
          </a:prstGeom>
          <a:ln w="6350">
            <a:gradFill>
              <a:gsLst>
                <a:gs pos="0">
                  <a:srgbClr val="2971C6"/>
                </a:gs>
                <a:gs pos="20000">
                  <a:srgbClr val="7650BB"/>
                </a:gs>
                <a:gs pos="56000">
                  <a:srgbClr val="B23EAB"/>
                </a:gs>
                <a:gs pos="82004">
                  <a:srgbClr val="C2447E"/>
                </a:gs>
                <a:gs pos="100000">
                  <a:srgbClr val="C04A5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86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rgbClr val="080A1A"/>
            </a:gs>
            <a:gs pos="0">
              <a:srgbClr val="020711"/>
            </a:gs>
            <a:gs pos="100000">
              <a:srgbClr val="080A1A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rCodeMaker - Free online QR code generator with logo in the middle">
            <a:extLst>
              <a:ext uri="{FF2B5EF4-FFF2-40B4-BE49-F238E27FC236}">
                <a16:creationId xmlns:a16="http://schemas.microsoft.com/office/drawing/2014/main" id="{255896FB-BC2D-524B-496B-BF5D7E2B3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601" y="639538"/>
            <a:ext cx="521147" cy="521147"/>
          </a:xfrm>
          <a:prstGeom prst="rect">
            <a:avLst/>
          </a:prstGeom>
        </p:spPr>
      </p:pic>
      <p:pic>
        <p:nvPicPr>
          <p:cNvPr id="6" name="Picture 5" descr="Futuristic tech business card mockup">
            <a:extLst>
              <a:ext uri="{FF2B5EF4-FFF2-40B4-BE49-F238E27FC236}">
                <a16:creationId xmlns:a16="http://schemas.microsoft.com/office/drawing/2014/main" id="{FAFDC5BF-9646-6BFD-D335-1FE94944CF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74" t="9313" r="36111" b="50077"/>
          <a:stretch>
            <a:fillRect/>
          </a:stretch>
        </p:blipFill>
        <p:spPr>
          <a:xfrm>
            <a:off x="6626" y="354598"/>
            <a:ext cx="2036915" cy="121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6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10921</TotalTime>
  <Words>18</Words>
  <Application>Microsoft Macintosh PowerPoint</Application>
  <PresentationFormat>Custom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Plus Jakarta Sans ExtraLight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Mounir Ariss</dc:creator>
  <cp:lastModifiedBy>Mounir Ariss</cp:lastModifiedBy>
  <cp:revision>3</cp:revision>
  <dcterms:created xsi:type="dcterms:W3CDTF">2026-06-24T13:53:55Z</dcterms:created>
  <dcterms:modified xsi:type="dcterms:W3CDTF">2026-07-02T03:55:32Z</dcterms:modified>
</cp:coreProperties>
</file>