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8" r:id="rId2"/>
  </p:sldIdLst>
  <p:sldSz cx="12192000" cy="6858000"/>
  <p:notesSz cx="6858000" cy="9144000"/>
  <p:defaultTextStyle>
    <a:defPPr>
      <a:defRPr lang="en-A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226"/>
    <a:srgbClr val="000124"/>
    <a:srgbClr val="5E7AFE"/>
    <a:srgbClr val="4679F9"/>
    <a:srgbClr val="A305A0"/>
    <a:srgbClr val="9200AE"/>
    <a:srgbClr val="986CDB"/>
    <a:srgbClr val="FC795F"/>
    <a:srgbClr val="A746FF"/>
    <a:srgbClr val="0100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38"/>
    <p:restoredTop sz="96498"/>
  </p:normalViewPr>
  <p:slideViewPr>
    <p:cSldViewPr snapToGrid="0">
      <p:cViewPr varScale="1">
        <p:scale>
          <a:sx n="123" d="100"/>
          <a:sy n="123" d="100"/>
        </p:scale>
        <p:origin x="5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B37C05-72BE-B540-90CA-4AD27FEE892F}" type="datetimeFigureOut">
              <a:rPr lang="en-AE" smtClean="0"/>
              <a:t>18/06/2026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250EB7-81E9-7442-9ACC-60559A8AC82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70847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jp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Page - Generic">
    <p:bg>
      <p:bgPr>
        <a:solidFill>
          <a:srgbClr val="071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8973062-4320-2274-518D-28CF952C2C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5444"/>
          <a:stretch>
            <a:fillRect/>
          </a:stretch>
        </p:blipFill>
        <p:spPr>
          <a:xfrm>
            <a:off x="0" y="0"/>
            <a:ext cx="12192000" cy="6872712"/>
          </a:xfrm>
          <a:prstGeom prst="rect">
            <a:avLst/>
          </a:prstGeom>
          <a:ln w="28575" cap="rnd">
            <a:noFill/>
            <a:prstDash val="sysDot"/>
            <a:tailEnd type="oval"/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5DF60C4-897D-AC1B-6892-11B1E7A0EA1A}"/>
              </a:ext>
            </a:extLst>
          </p:cNvPr>
          <p:cNvSpPr/>
          <p:nvPr userDrawn="1"/>
        </p:nvSpPr>
        <p:spPr>
          <a:xfrm>
            <a:off x="635892" y="-739588"/>
            <a:ext cx="528918" cy="295835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E80ED5-0EF2-259E-45F1-EA05851E4371}"/>
              </a:ext>
            </a:extLst>
          </p:cNvPr>
          <p:cNvSpPr/>
          <p:nvPr userDrawn="1"/>
        </p:nvSpPr>
        <p:spPr>
          <a:xfrm>
            <a:off x="1216059" y="-739588"/>
            <a:ext cx="528918" cy="295835"/>
          </a:xfrm>
          <a:prstGeom prst="rect">
            <a:avLst/>
          </a:prstGeom>
          <a:solidFill>
            <a:srgbClr val="C35BBA"/>
          </a:solidFill>
          <a:ln>
            <a:solidFill>
              <a:srgbClr val="C35B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1E59DE-E588-726B-5CC3-1C818ECEE6BB}"/>
              </a:ext>
            </a:extLst>
          </p:cNvPr>
          <p:cNvSpPr/>
          <p:nvPr userDrawn="1"/>
        </p:nvSpPr>
        <p:spPr>
          <a:xfrm>
            <a:off x="635892" y="-376277"/>
            <a:ext cx="528918" cy="295835"/>
          </a:xfrm>
          <a:prstGeom prst="rect">
            <a:avLst/>
          </a:prstGeom>
          <a:solidFill>
            <a:srgbClr val="865ED9"/>
          </a:solidFill>
          <a:ln>
            <a:solidFill>
              <a:srgbClr val="865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6416DE-6184-7723-319E-CECBBCD5B59C}"/>
              </a:ext>
            </a:extLst>
          </p:cNvPr>
          <p:cNvSpPr/>
          <p:nvPr userDrawn="1"/>
        </p:nvSpPr>
        <p:spPr>
          <a:xfrm>
            <a:off x="1216059" y="-376278"/>
            <a:ext cx="528918" cy="295835"/>
          </a:xfrm>
          <a:prstGeom prst="rect">
            <a:avLst/>
          </a:prstGeom>
          <a:solidFill>
            <a:srgbClr val="5E7AFD"/>
          </a:solidFill>
          <a:ln>
            <a:solidFill>
              <a:srgbClr val="5E7A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D680DB-DE0F-AB70-528C-D39D3398E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94300" y="1401763"/>
            <a:ext cx="6159500" cy="2387600"/>
          </a:xfrm>
        </p:spPr>
        <p:txBody>
          <a:bodyPr anchor="b">
            <a:normAutofit/>
          </a:bodyPr>
          <a:lstStyle>
            <a:lvl1pPr algn="l">
              <a:defRPr sz="4800" b="1" i="0">
                <a:solidFill>
                  <a:schemeClr val="bg1"/>
                </a:solidFill>
                <a:latin typeface="Plus Jakarta Sans ExtraBold" pitchFamily="2" charset="77"/>
                <a:cs typeface="Plus Jakarta Sans ExtraBold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664FFF-D26A-747A-996D-3760621FB9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4300" y="3937279"/>
            <a:ext cx="6159500" cy="1655762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3B65E36-FFF7-ADC2-DB94-F5F5E709FC34}"/>
              </a:ext>
            </a:extLst>
          </p:cNvPr>
          <p:cNvSpPr/>
          <p:nvPr userDrawn="1"/>
        </p:nvSpPr>
        <p:spPr>
          <a:xfrm>
            <a:off x="0" y="6604000"/>
            <a:ext cx="4318000" cy="232727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B3663-71D9-618A-F380-FB0D37DC4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500" y="6603069"/>
            <a:ext cx="4114800" cy="224586"/>
          </a:xfrm>
        </p:spPr>
        <p:txBody>
          <a:bodyPr/>
          <a:lstStyle>
            <a:lvl1pPr algn="l">
              <a:defRPr sz="900" b="0" i="0">
                <a:solidFill>
                  <a:schemeClr val="tx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</a:lstStyle>
          <a:p>
            <a:r>
              <a:rPr lang="en-AE" dirty="0"/>
              <a:t>Copyright © 2026. All Rights Protected and Reserved.</a:t>
            </a:r>
            <a:endParaRPr lang="en-AE" sz="9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6E4A8D-8C0D-DDDF-5B75-319CE04689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973" t="25407" r="72175" b="32412"/>
          <a:stretch>
            <a:fillRect/>
          </a:stretch>
        </p:blipFill>
        <p:spPr>
          <a:xfrm>
            <a:off x="3366885" y="2112572"/>
            <a:ext cx="1467874" cy="18063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7F53EF7-33E8-2A40-85C0-7681FED8B67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0500" y="-228361"/>
            <a:ext cx="2724178" cy="181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634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Page - FS">
    <p:bg>
      <p:bgPr>
        <a:solidFill>
          <a:srgbClr val="0003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E45E4DDF-289B-F338-1C2C-7B1A009FD9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1792"/>
          <a:stretch>
            <a:fillRect/>
          </a:stretch>
        </p:blipFill>
        <p:spPr>
          <a:xfrm>
            <a:off x="-1" y="-1"/>
            <a:ext cx="5194301" cy="687271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6A0811D-8FE7-F82E-1CAD-F6289D9A6144}"/>
              </a:ext>
            </a:extLst>
          </p:cNvPr>
          <p:cNvSpPr/>
          <p:nvPr userDrawn="1"/>
        </p:nvSpPr>
        <p:spPr>
          <a:xfrm>
            <a:off x="5194300" y="0"/>
            <a:ext cx="6997700" cy="6872712"/>
          </a:xfrm>
          <a:prstGeom prst="rect">
            <a:avLst/>
          </a:prstGeom>
          <a:gradFill flip="none" rotWithShape="1">
            <a:gsLst>
              <a:gs pos="41000">
                <a:srgbClr val="0A0167"/>
              </a:gs>
              <a:gs pos="0">
                <a:srgbClr val="01001F"/>
              </a:gs>
              <a:gs pos="82000">
                <a:srgbClr val="1202AE">
                  <a:alpha val="57048"/>
                </a:srgbClr>
              </a:gs>
              <a:gs pos="100000">
                <a:srgbClr val="1202AE">
                  <a:alpha val="41968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DF60C4-897D-AC1B-6892-11B1E7A0EA1A}"/>
              </a:ext>
            </a:extLst>
          </p:cNvPr>
          <p:cNvSpPr/>
          <p:nvPr userDrawn="1"/>
        </p:nvSpPr>
        <p:spPr>
          <a:xfrm>
            <a:off x="635892" y="-739588"/>
            <a:ext cx="528918" cy="295835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E80ED5-0EF2-259E-45F1-EA05851E4371}"/>
              </a:ext>
            </a:extLst>
          </p:cNvPr>
          <p:cNvSpPr/>
          <p:nvPr userDrawn="1"/>
        </p:nvSpPr>
        <p:spPr>
          <a:xfrm>
            <a:off x="1216059" y="-739588"/>
            <a:ext cx="528918" cy="295835"/>
          </a:xfrm>
          <a:prstGeom prst="rect">
            <a:avLst/>
          </a:prstGeom>
          <a:solidFill>
            <a:srgbClr val="C35BBA"/>
          </a:solidFill>
          <a:ln>
            <a:solidFill>
              <a:srgbClr val="C35B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1E59DE-E588-726B-5CC3-1C818ECEE6BB}"/>
              </a:ext>
            </a:extLst>
          </p:cNvPr>
          <p:cNvSpPr/>
          <p:nvPr userDrawn="1"/>
        </p:nvSpPr>
        <p:spPr>
          <a:xfrm>
            <a:off x="635892" y="-376277"/>
            <a:ext cx="528918" cy="295835"/>
          </a:xfrm>
          <a:prstGeom prst="rect">
            <a:avLst/>
          </a:prstGeom>
          <a:solidFill>
            <a:srgbClr val="865ED9"/>
          </a:solidFill>
          <a:ln>
            <a:solidFill>
              <a:srgbClr val="865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6416DE-6184-7723-319E-CECBBCD5B59C}"/>
              </a:ext>
            </a:extLst>
          </p:cNvPr>
          <p:cNvSpPr/>
          <p:nvPr userDrawn="1"/>
        </p:nvSpPr>
        <p:spPr>
          <a:xfrm>
            <a:off x="1216059" y="-376278"/>
            <a:ext cx="528918" cy="295835"/>
          </a:xfrm>
          <a:prstGeom prst="rect">
            <a:avLst/>
          </a:prstGeom>
          <a:solidFill>
            <a:srgbClr val="5E7AFD"/>
          </a:solidFill>
          <a:ln>
            <a:solidFill>
              <a:srgbClr val="5E7A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D680DB-DE0F-AB70-528C-D39D3398E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94300" y="1401763"/>
            <a:ext cx="6159500" cy="2387600"/>
          </a:xfrm>
        </p:spPr>
        <p:txBody>
          <a:bodyPr anchor="b">
            <a:normAutofit/>
          </a:bodyPr>
          <a:lstStyle>
            <a:lvl1pPr algn="l">
              <a:defRPr sz="4800" b="1" i="0">
                <a:solidFill>
                  <a:schemeClr val="bg1"/>
                </a:solidFill>
                <a:latin typeface="Plus Jakarta Sans ExtraBold" pitchFamily="2" charset="77"/>
                <a:cs typeface="Plus Jakarta Sans ExtraBold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664FFF-D26A-747A-996D-3760621FB9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4300" y="3937279"/>
            <a:ext cx="6159500" cy="1655762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3B65E36-FFF7-ADC2-DB94-F5F5E709FC34}"/>
              </a:ext>
            </a:extLst>
          </p:cNvPr>
          <p:cNvSpPr/>
          <p:nvPr userDrawn="1"/>
        </p:nvSpPr>
        <p:spPr>
          <a:xfrm>
            <a:off x="0" y="6604000"/>
            <a:ext cx="4318000" cy="232727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B3663-71D9-618A-F380-FB0D37DC4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500" y="6603069"/>
            <a:ext cx="4114800" cy="224586"/>
          </a:xfrm>
        </p:spPr>
        <p:txBody>
          <a:bodyPr/>
          <a:lstStyle>
            <a:lvl1pPr algn="l">
              <a:defRPr sz="900" b="0" i="0">
                <a:solidFill>
                  <a:schemeClr val="tx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</a:lstStyle>
          <a:p>
            <a:endParaRPr lang="en-AE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F53EF7-33E8-2A40-85C0-7681FED8B67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0500" y="-228361"/>
            <a:ext cx="2724178" cy="181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558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Page - Healthcare">
    <p:bg>
      <p:bgPr>
        <a:solidFill>
          <a:srgbClr val="0003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5B1ADCE-70BE-8E84-A422-33F238E2CA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800" y="14712"/>
            <a:ext cx="5143500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6A0811D-8FE7-F82E-1CAD-F6289D9A6144}"/>
              </a:ext>
            </a:extLst>
          </p:cNvPr>
          <p:cNvSpPr/>
          <p:nvPr userDrawn="1"/>
        </p:nvSpPr>
        <p:spPr>
          <a:xfrm>
            <a:off x="5194481" y="0"/>
            <a:ext cx="6997520" cy="6872712"/>
          </a:xfrm>
          <a:prstGeom prst="rect">
            <a:avLst/>
          </a:prstGeom>
          <a:gradFill flip="none" rotWithShape="1">
            <a:gsLst>
              <a:gs pos="41000">
                <a:srgbClr val="0A0167"/>
              </a:gs>
              <a:gs pos="0">
                <a:srgbClr val="01001F"/>
              </a:gs>
              <a:gs pos="82000">
                <a:srgbClr val="1202AE">
                  <a:alpha val="57048"/>
                </a:srgbClr>
              </a:gs>
              <a:gs pos="100000">
                <a:srgbClr val="1202AE">
                  <a:alpha val="41968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DF60C4-897D-AC1B-6892-11B1E7A0EA1A}"/>
              </a:ext>
            </a:extLst>
          </p:cNvPr>
          <p:cNvSpPr/>
          <p:nvPr userDrawn="1"/>
        </p:nvSpPr>
        <p:spPr>
          <a:xfrm>
            <a:off x="635892" y="-739588"/>
            <a:ext cx="528918" cy="295835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E80ED5-0EF2-259E-45F1-EA05851E4371}"/>
              </a:ext>
            </a:extLst>
          </p:cNvPr>
          <p:cNvSpPr/>
          <p:nvPr userDrawn="1"/>
        </p:nvSpPr>
        <p:spPr>
          <a:xfrm>
            <a:off x="1216059" y="-739588"/>
            <a:ext cx="528918" cy="295835"/>
          </a:xfrm>
          <a:prstGeom prst="rect">
            <a:avLst/>
          </a:prstGeom>
          <a:solidFill>
            <a:srgbClr val="C35BBA"/>
          </a:solidFill>
          <a:ln>
            <a:solidFill>
              <a:srgbClr val="C35B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1E59DE-E588-726B-5CC3-1C818ECEE6BB}"/>
              </a:ext>
            </a:extLst>
          </p:cNvPr>
          <p:cNvSpPr/>
          <p:nvPr userDrawn="1"/>
        </p:nvSpPr>
        <p:spPr>
          <a:xfrm>
            <a:off x="635892" y="-376277"/>
            <a:ext cx="528918" cy="295835"/>
          </a:xfrm>
          <a:prstGeom prst="rect">
            <a:avLst/>
          </a:prstGeom>
          <a:solidFill>
            <a:srgbClr val="865ED9"/>
          </a:solidFill>
          <a:ln>
            <a:solidFill>
              <a:srgbClr val="865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6416DE-6184-7723-319E-CECBBCD5B59C}"/>
              </a:ext>
            </a:extLst>
          </p:cNvPr>
          <p:cNvSpPr/>
          <p:nvPr userDrawn="1"/>
        </p:nvSpPr>
        <p:spPr>
          <a:xfrm>
            <a:off x="1216059" y="-376278"/>
            <a:ext cx="528918" cy="295835"/>
          </a:xfrm>
          <a:prstGeom prst="rect">
            <a:avLst/>
          </a:prstGeom>
          <a:solidFill>
            <a:srgbClr val="5E7AFD"/>
          </a:solidFill>
          <a:ln>
            <a:solidFill>
              <a:srgbClr val="5E7A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D680DB-DE0F-AB70-528C-D39D3398E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94300" y="1401763"/>
            <a:ext cx="6159500" cy="2387600"/>
          </a:xfrm>
        </p:spPr>
        <p:txBody>
          <a:bodyPr anchor="b">
            <a:normAutofit/>
          </a:bodyPr>
          <a:lstStyle>
            <a:lvl1pPr algn="l">
              <a:defRPr sz="4800" b="1" i="0">
                <a:solidFill>
                  <a:schemeClr val="bg1"/>
                </a:solidFill>
                <a:latin typeface="Plus Jakarta Sans ExtraBold" pitchFamily="2" charset="77"/>
                <a:cs typeface="Plus Jakarta Sans ExtraBold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664FFF-D26A-747A-996D-3760621FB9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4300" y="3937279"/>
            <a:ext cx="6159500" cy="1655762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3B65E36-FFF7-ADC2-DB94-F5F5E709FC34}"/>
              </a:ext>
            </a:extLst>
          </p:cNvPr>
          <p:cNvSpPr/>
          <p:nvPr userDrawn="1"/>
        </p:nvSpPr>
        <p:spPr>
          <a:xfrm>
            <a:off x="0" y="6604000"/>
            <a:ext cx="4318000" cy="232727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B3663-71D9-618A-F380-FB0D37DC4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500" y="6603069"/>
            <a:ext cx="4114800" cy="224586"/>
          </a:xfrm>
        </p:spPr>
        <p:txBody>
          <a:bodyPr/>
          <a:lstStyle>
            <a:lvl1pPr algn="l">
              <a:defRPr sz="900" b="0" i="0">
                <a:solidFill>
                  <a:schemeClr val="tx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</a:lstStyle>
          <a:p>
            <a:endParaRPr lang="en-AE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F53EF7-33E8-2A40-85C0-7681FED8B67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0500" y="-228361"/>
            <a:ext cx="2724178" cy="181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376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Page - Telecom">
    <p:bg>
      <p:bgPr>
        <a:solidFill>
          <a:srgbClr val="0003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DA99003-A779-2A98-A61B-E8E4B8FE32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6530"/>
          <a:stretch>
            <a:fillRect/>
          </a:stretch>
        </p:blipFill>
        <p:spPr>
          <a:xfrm>
            <a:off x="0" y="-89"/>
            <a:ext cx="5194300" cy="687271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6A0811D-8FE7-F82E-1CAD-F6289D9A6144}"/>
              </a:ext>
            </a:extLst>
          </p:cNvPr>
          <p:cNvSpPr/>
          <p:nvPr userDrawn="1"/>
        </p:nvSpPr>
        <p:spPr>
          <a:xfrm>
            <a:off x="5194300" y="0"/>
            <a:ext cx="6997700" cy="6872712"/>
          </a:xfrm>
          <a:prstGeom prst="rect">
            <a:avLst/>
          </a:prstGeom>
          <a:gradFill flip="none" rotWithShape="1">
            <a:gsLst>
              <a:gs pos="41000">
                <a:srgbClr val="0A0167"/>
              </a:gs>
              <a:gs pos="0">
                <a:srgbClr val="01001F"/>
              </a:gs>
              <a:gs pos="82000">
                <a:srgbClr val="1202AE">
                  <a:alpha val="57048"/>
                </a:srgbClr>
              </a:gs>
              <a:gs pos="100000">
                <a:srgbClr val="1202AE">
                  <a:alpha val="41968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DF60C4-897D-AC1B-6892-11B1E7A0EA1A}"/>
              </a:ext>
            </a:extLst>
          </p:cNvPr>
          <p:cNvSpPr/>
          <p:nvPr userDrawn="1"/>
        </p:nvSpPr>
        <p:spPr>
          <a:xfrm>
            <a:off x="635892" y="-739588"/>
            <a:ext cx="528918" cy="295835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E80ED5-0EF2-259E-45F1-EA05851E4371}"/>
              </a:ext>
            </a:extLst>
          </p:cNvPr>
          <p:cNvSpPr/>
          <p:nvPr userDrawn="1"/>
        </p:nvSpPr>
        <p:spPr>
          <a:xfrm>
            <a:off x="1216059" y="-739588"/>
            <a:ext cx="528918" cy="295835"/>
          </a:xfrm>
          <a:prstGeom prst="rect">
            <a:avLst/>
          </a:prstGeom>
          <a:solidFill>
            <a:srgbClr val="C35BBA"/>
          </a:solidFill>
          <a:ln>
            <a:solidFill>
              <a:srgbClr val="C35B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1E59DE-E588-726B-5CC3-1C818ECEE6BB}"/>
              </a:ext>
            </a:extLst>
          </p:cNvPr>
          <p:cNvSpPr/>
          <p:nvPr userDrawn="1"/>
        </p:nvSpPr>
        <p:spPr>
          <a:xfrm>
            <a:off x="635892" y="-376277"/>
            <a:ext cx="528918" cy="295835"/>
          </a:xfrm>
          <a:prstGeom prst="rect">
            <a:avLst/>
          </a:prstGeom>
          <a:solidFill>
            <a:srgbClr val="865ED9"/>
          </a:solidFill>
          <a:ln>
            <a:solidFill>
              <a:srgbClr val="865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6416DE-6184-7723-319E-CECBBCD5B59C}"/>
              </a:ext>
            </a:extLst>
          </p:cNvPr>
          <p:cNvSpPr/>
          <p:nvPr userDrawn="1"/>
        </p:nvSpPr>
        <p:spPr>
          <a:xfrm>
            <a:off x="1216059" y="-376278"/>
            <a:ext cx="528918" cy="295835"/>
          </a:xfrm>
          <a:prstGeom prst="rect">
            <a:avLst/>
          </a:prstGeom>
          <a:solidFill>
            <a:srgbClr val="5E7AFD"/>
          </a:solidFill>
          <a:ln>
            <a:solidFill>
              <a:srgbClr val="5E7A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D680DB-DE0F-AB70-528C-D39D3398E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94300" y="1401763"/>
            <a:ext cx="6159500" cy="2387600"/>
          </a:xfrm>
        </p:spPr>
        <p:txBody>
          <a:bodyPr anchor="b">
            <a:normAutofit/>
          </a:bodyPr>
          <a:lstStyle>
            <a:lvl1pPr algn="l">
              <a:defRPr sz="4800" b="1" i="0">
                <a:solidFill>
                  <a:schemeClr val="bg1"/>
                </a:solidFill>
                <a:latin typeface="Plus Jakarta Sans ExtraBold" pitchFamily="2" charset="77"/>
                <a:cs typeface="Plus Jakarta Sans ExtraBold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664FFF-D26A-747A-996D-3760621FB9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4300" y="3937279"/>
            <a:ext cx="6159500" cy="1655762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3B65E36-FFF7-ADC2-DB94-F5F5E709FC34}"/>
              </a:ext>
            </a:extLst>
          </p:cNvPr>
          <p:cNvSpPr/>
          <p:nvPr userDrawn="1"/>
        </p:nvSpPr>
        <p:spPr>
          <a:xfrm>
            <a:off x="0" y="6604000"/>
            <a:ext cx="4318000" cy="232727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B3663-71D9-618A-F380-FB0D37DC4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500" y="6603069"/>
            <a:ext cx="4114800" cy="224586"/>
          </a:xfrm>
        </p:spPr>
        <p:txBody>
          <a:bodyPr/>
          <a:lstStyle>
            <a:lvl1pPr algn="l">
              <a:defRPr sz="900" b="0" i="0">
                <a:solidFill>
                  <a:schemeClr val="tx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</a:lstStyle>
          <a:p>
            <a:endParaRPr lang="en-AE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F53EF7-33E8-2A40-85C0-7681FED8B67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0500" y="-228361"/>
            <a:ext cx="2724178" cy="181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880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Page - Transport &amp; Mobility">
    <p:bg>
      <p:bgPr>
        <a:solidFill>
          <a:srgbClr val="0003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470A420-A506-267A-E434-8FC1E6E695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5757" b="5086"/>
          <a:stretch>
            <a:fillRect/>
          </a:stretch>
        </p:blipFill>
        <p:spPr>
          <a:xfrm>
            <a:off x="55272" y="0"/>
            <a:ext cx="5139028" cy="687271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6A0811D-8FE7-F82E-1CAD-F6289D9A6144}"/>
              </a:ext>
            </a:extLst>
          </p:cNvPr>
          <p:cNvSpPr/>
          <p:nvPr userDrawn="1"/>
        </p:nvSpPr>
        <p:spPr>
          <a:xfrm>
            <a:off x="5194300" y="0"/>
            <a:ext cx="6997700" cy="6872712"/>
          </a:xfrm>
          <a:prstGeom prst="rect">
            <a:avLst/>
          </a:prstGeom>
          <a:gradFill flip="none" rotWithShape="1">
            <a:gsLst>
              <a:gs pos="41000">
                <a:srgbClr val="0A0167"/>
              </a:gs>
              <a:gs pos="0">
                <a:srgbClr val="01001F"/>
              </a:gs>
              <a:gs pos="82000">
                <a:srgbClr val="1202AE">
                  <a:alpha val="57048"/>
                </a:srgbClr>
              </a:gs>
              <a:gs pos="100000">
                <a:srgbClr val="1202AE">
                  <a:alpha val="41968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DF60C4-897D-AC1B-6892-11B1E7A0EA1A}"/>
              </a:ext>
            </a:extLst>
          </p:cNvPr>
          <p:cNvSpPr/>
          <p:nvPr userDrawn="1"/>
        </p:nvSpPr>
        <p:spPr>
          <a:xfrm>
            <a:off x="635892" y="-739588"/>
            <a:ext cx="528918" cy="295835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E80ED5-0EF2-259E-45F1-EA05851E4371}"/>
              </a:ext>
            </a:extLst>
          </p:cNvPr>
          <p:cNvSpPr/>
          <p:nvPr userDrawn="1"/>
        </p:nvSpPr>
        <p:spPr>
          <a:xfrm>
            <a:off x="1216059" y="-739588"/>
            <a:ext cx="528918" cy="295835"/>
          </a:xfrm>
          <a:prstGeom prst="rect">
            <a:avLst/>
          </a:prstGeom>
          <a:solidFill>
            <a:srgbClr val="C35BBA"/>
          </a:solidFill>
          <a:ln>
            <a:solidFill>
              <a:srgbClr val="C35B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1E59DE-E588-726B-5CC3-1C818ECEE6BB}"/>
              </a:ext>
            </a:extLst>
          </p:cNvPr>
          <p:cNvSpPr/>
          <p:nvPr userDrawn="1"/>
        </p:nvSpPr>
        <p:spPr>
          <a:xfrm>
            <a:off x="635892" y="-376277"/>
            <a:ext cx="528918" cy="295835"/>
          </a:xfrm>
          <a:prstGeom prst="rect">
            <a:avLst/>
          </a:prstGeom>
          <a:solidFill>
            <a:srgbClr val="865ED9"/>
          </a:solidFill>
          <a:ln>
            <a:solidFill>
              <a:srgbClr val="865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6416DE-6184-7723-319E-CECBBCD5B59C}"/>
              </a:ext>
            </a:extLst>
          </p:cNvPr>
          <p:cNvSpPr/>
          <p:nvPr userDrawn="1"/>
        </p:nvSpPr>
        <p:spPr>
          <a:xfrm>
            <a:off x="1216059" y="-376278"/>
            <a:ext cx="528918" cy="295835"/>
          </a:xfrm>
          <a:prstGeom prst="rect">
            <a:avLst/>
          </a:prstGeom>
          <a:solidFill>
            <a:srgbClr val="5E7AFD"/>
          </a:solidFill>
          <a:ln>
            <a:solidFill>
              <a:srgbClr val="5E7A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D680DB-DE0F-AB70-528C-D39D3398E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94300" y="1401763"/>
            <a:ext cx="6159500" cy="2387600"/>
          </a:xfrm>
        </p:spPr>
        <p:txBody>
          <a:bodyPr anchor="b">
            <a:normAutofit/>
          </a:bodyPr>
          <a:lstStyle>
            <a:lvl1pPr algn="l">
              <a:defRPr sz="4800" b="1" i="0">
                <a:solidFill>
                  <a:schemeClr val="bg1"/>
                </a:solidFill>
                <a:latin typeface="Plus Jakarta Sans ExtraBold" pitchFamily="2" charset="77"/>
                <a:cs typeface="Plus Jakarta Sans ExtraBold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664FFF-D26A-747A-996D-3760621FB9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4300" y="3937279"/>
            <a:ext cx="6159500" cy="1655762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3B65E36-FFF7-ADC2-DB94-F5F5E709FC34}"/>
              </a:ext>
            </a:extLst>
          </p:cNvPr>
          <p:cNvSpPr/>
          <p:nvPr userDrawn="1"/>
        </p:nvSpPr>
        <p:spPr>
          <a:xfrm>
            <a:off x="0" y="6604000"/>
            <a:ext cx="4318000" cy="232727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B3663-71D9-618A-F380-FB0D37DC4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500" y="6603069"/>
            <a:ext cx="4114800" cy="224586"/>
          </a:xfrm>
        </p:spPr>
        <p:txBody>
          <a:bodyPr/>
          <a:lstStyle>
            <a:lvl1pPr algn="l">
              <a:defRPr sz="900" b="0" i="0">
                <a:solidFill>
                  <a:schemeClr val="tx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</a:lstStyle>
          <a:p>
            <a:endParaRPr lang="en-AE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F53EF7-33E8-2A40-85C0-7681FED8B67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0500" y="-228361"/>
            <a:ext cx="2724178" cy="181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903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Page - Travel &amp; Hospitality">
    <p:bg>
      <p:bgPr>
        <a:solidFill>
          <a:srgbClr val="0003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330A928-40E2-C67B-C668-683977D36E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1465"/>
          <a:stretch>
            <a:fillRect/>
          </a:stretch>
        </p:blipFill>
        <p:spPr>
          <a:xfrm>
            <a:off x="9364" y="-12969"/>
            <a:ext cx="5184936" cy="688568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6A0811D-8FE7-F82E-1CAD-F6289D9A6144}"/>
              </a:ext>
            </a:extLst>
          </p:cNvPr>
          <p:cNvSpPr/>
          <p:nvPr userDrawn="1"/>
        </p:nvSpPr>
        <p:spPr>
          <a:xfrm>
            <a:off x="5100034" y="0"/>
            <a:ext cx="7091966" cy="6872712"/>
          </a:xfrm>
          <a:prstGeom prst="rect">
            <a:avLst/>
          </a:prstGeom>
          <a:gradFill flip="none" rotWithShape="1">
            <a:gsLst>
              <a:gs pos="41000">
                <a:srgbClr val="0A0167"/>
              </a:gs>
              <a:gs pos="0">
                <a:srgbClr val="01001F"/>
              </a:gs>
              <a:gs pos="82000">
                <a:srgbClr val="1202AE">
                  <a:alpha val="57048"/>
                </a:srgbClr>
              </a:gs>
              <a:gs pos="100000">
                <a:srgbClr val="1202AE">
                  <a:alpha val="41968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DF60C4-897D-AC1B-6892-11B1E7A0EA1A}"/>
              </a:ext>
            </a:extLst>
          </p:cNvPr>
          <p:cNvSpPr/>
          <p:nvPr userDrawn="1"/>
        </p:nvSpPr>
        <p:spPr>
          <a:xfrm>
            <a:off x="635892" y="-739588"/>
            <a:ext cx="528918" cy="295835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E80ED5-0EF2-259E-45F1-EA05851E4371}"/>
              </a:ext>
            </a:extLst>
          </p:cNvPr>
          <p:cNvSpPr/>
          <p:nvPr userDrawn="1"/>
        </p:nvSpPr>
        <p:spPr>
          <a:xfrm>
            <a:off x="1216059" y="-739588"/>
            <a:ext cx="528918" cy="295835"/>
          </a:xfrm>
          <a:prstGeom prst="rect">
            <a:avLst/>
          </a:prstGeom>
          <a:solidFill>
            <a:srgbClr val="C35BBA"/>
          </a:solidFill>
          <a:ln>
            <a:solidFill>
              <a:srgbClr val="C35B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1E59DE-E588-726B-5CC3-1C818ECEE6BB}"/>
              </a:ext>
            </a:extLst>
          </p:cNvPr>
          <p:cNvSpPr/>
          <p:nvPr userDrawn="1"/>
        </p:nvSpPr>
        <p:spPr>
          <a:xfrm>
            <a:off x="635892" y="-376277"/>
            <a:ext cx="528918" cy="295835"/>
          </a:xfrm>
          <a:prstGeom prst="rect">
            <a:avLst/>
          </a:prstGeom>
          <a:solidFill>
            <a:srgbClr val="865ED9"/>
          </a:solidFill>
          <a:ln>
            <a:solidFill>
              <a:srgbClr val="865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6416DE-6184-7723-319E-CECBBCD5B59C}"/>
              </a:ext>
            </a:extLst>
          </p:cNvPr>
          <p:cNvSpPr/>
          <p:nvPr userDrawn="1"/>
        </p:nvSpPr>
        <p:spPr>
          <a:xfrm>
            <a:off x="1216059" y="-376278"/>
            <a:ext cx="528918" cy="295835"/>
          </a:xfrm>
          <a:prstGeom prst="rect">
            <a:avLst/>
          </a:prstGeom>
          <a:solidFill>
            <a:srgbClr val="5E7AFD"/>
          </a:solidFill>
          <a:ln>
            <a:solidFill>
              <a:srgbClr val="5E7A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D680DB-DE0F-AB70-528C-D39D3398E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94300" y="1401763"/>
            <a:ext cx="6159500" cy="2387600"/>
          </a:xfrm>
        </p:spPr>
        <p:txBody>
          <a:bodyPr anchor="b">
            <a:normAutofit/>
          </a:bodyPr>
          <a:lstStyle>
            <a:lvl1pPr algn="l">
              <a:defRPr sz="4800" b="1" i="0">
                <a:solidFill>
                  <a:schemeClr val="bg1"/>
                </a:solidFill>
                <a:latin typeface="Plus Jakarta Sans ExtraBold" pitchFamily="2" charset="77"/>
                <a:cs typeface="Plus Jakarta Sans ExtraBold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664FFF-D26A-747A-996D-3760621FB9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4300" y="3937279"/>
            <a:ext cx="6159500" cy="1655762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3B65E36-FFF7-ADC2-DB94-F5F5E709FC34}"/>
              </a:ext>
            </a:extLst>
          </p:cNvPr>
          <p:cNvSpPr/>
          <p:nvPr userDrawn="1"/>
        </p:nvSpPr>
        <p:spPr>
          <a:xfrm>
            <a:off x="0" y="6604000"/>
            <a:ext cx="4318000" cy="232727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B3663-71D9-618A-F380-FB0D37DC4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500" y="6603069"/>
            <a:ext cx="4114800" cy="224586"/>
          </a:xfrm>
        </p:spPr>
        <p:txBody>
          <a:bodyPr/>
          <a:lstStyle>
            <a:lvl1pPr algn="l">
              <a:defRPr sz="900" b="0" i="0">
                <a:solidFill>
                  <a:schemeClr val="tx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</a:lstStyle>
          <a:p>
            <a:endParaRPr lang="en-AE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F53EF7-33E8-2A40-85C0-7681FED8B67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0500" y="-228361"/>
            <a:ext cx="2724178" cy="181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001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Page - Retail &amp; Consumer">
    <p:bg>
      <p:bgPr>
        <a:solidFill>
          <a:srgbClr val="0003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7A10E1B-5066-7115-A0F2-1AAA80BC36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1261"/>
          <a:stretch>
            <a:fillRect/>
          </a:stretch>
        </p:blipFill>
        <p:spPr>
          <a:xfrm>
            <a:off x="-1" y="-89"/>
            <a:ext cx="5152266" cy="685808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6A0811D-8FE7-F82E-1CAD-F6289D9A6144}"/>
              </a:ext>
            </a:extLst>
          </p:cNvPr>
          <p:cNvSpPr/>
          <p:nvPr userDrawn="1"/>
        </p:nvSpPr>
        <p:spPr>
          <a:xfrm>
            <a:off x="5139565" y="0"/>
            <a:ext cx="7052435" cy="6858000"/>
          </a:xfrm>
          <a:prstGeom prst="rect">
            <a:avLst/>
          </a:prstGeom>
          <a:gradFill flip="none" rotWithShape="1">
            <a:gsLst>
              <a:gs pos="41000">
                <a:srgbClr val="0A0167"/>
              </a:gs>
              <a:gs pos="0">
                <a:srgbClr val="01001F"/>
              </a:gs>
              <a:gs pos="82000">
                <a:srgbClr val="1202AE">
                  <a:alpha val="57048"/>
                </a:srgbClr>
              </a:gs>
              <a:gs pos="100000">
                <a:srgbClr val="1202AE">
                  <a:alpha val="41968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DF60C4-897D-AC1B-6892-11B1E7A0EA1A}"/>
              </a:ext>
            </a:extLst>
          </p:cNvPr>
          <p:cNvSpPr/>
          <p:nvPr userDrawn="1"/>
        </p:nvSpPr>
        <p:spPr>
          <a:xfrm>
            <a:off x="635892" y="-739588"/>
            <a:ext cx="528918" cy="295835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E80ED5-0EF2-259E-45F1-EA05851E4371}"/>
              </a:ext>
            </a:extLst>
          </p:cNvPr>
          <p:cNvSpPr/>
          <p:nvPr userDrawn="1"/>
        </p:nvSpPr>
        <p:spPr>
          <a:xfrm>
            <a:off x="1216059" y="-739588"/>
            <a:ext cx="528918" cy="295835"/>
          </a:xfrm>
          <a:prstGeom prst="rect">
            <a:avLst/>
          </a:prstGeom>
          <a:solidFill>
            <a:srgbClr val="C35BBA"/>
          </a:solidFill>
          <a:ln>
            <a:solidFill>
              <a:srgbClr val="C35B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1E59DE-E588-726B-5CC3-1C818ECEE6BB}"/>
              </a:ext>
            </a:extLst>
          </p:cNvPr>
          <p:cNvSpPr/>
          <p:nvPr userDrawn="1"/>
        </p:nvSpPr>
        <p:spPr>
          <a:xfrm>
            <a:off x="635892" y="-376277"/>
            <a:ext cx="528918" cy="295835"/>
          </a:xfrm>
          <a:prstGeom prst="rect">
            <a:avLst/>
          </a:prstGeom>
          <a:solidFill>
            <a:srgbClr val="865ED9"/>
          </a:solidFill>
          <a:ln>
            <a:solidFill>
              <a:srgbClr val="865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6416DE-6184-7723-319E-CECBBCD5B59C}"/>
              </a:ext>
            </a:extLst>
          </p:cNvPr>
          <p:cNvSpPr/>
          <p:nvPr userDrawn="1"/>
        </p:nvSpPr>
        <p:spPr>
          <a:xfrm>
            <a:off x="1216059" y="-376278"/>
            <a:ext cx="528918" cy="295835"/>
          </a:xfrm>
          <a:prstGeom prst="rect">
            <a:avLst/>
          </a:prstGeom>
          <a:solidFill>
            <a:srgbClr val="5E7AFD"/>
          </a:solidFill>
          <a:ln>
            <a:solidFill>
              <a:srgbClr val="5E7A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D680DB-DE0F-AB70-528C-D39D3398E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94300" y="1401763"/>
            <a:ext cx="6159500" cy="2387600"/>
          </a:xfrm>
        </p:spPr>
        <p:txBody>
          <a:bodyPr anchor="b">
            <a:normAutofit/>
          </a:bodyPr>
          <a:lstStyle>
            <a:lvl1pPr algn="l">
              <a:defRPr sz="4800" b="1" i="0">
                <a:solidFill>
                  <a:schemeClr val="bg1"/>
                </a:solidFill>
                <a:latin typeface="Plus Jakarta Sans ExtraBold" pitchFamily="2" charset="77"/>
                <a:cs typeface="Plus Jakarta Sans ExtraBold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664FFF-D26A-747A-996D-3760621FB9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4300" y="3937279"/>
            <a:ext cx="6159500" cy="1655762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3B65E36-FFF7-ADC2-DB94-F5F5E709FC34}"/>
              </a:ext>
            </a:extLst>
          </p:cNvPr>
          <p:cNvSpPr/>
          <p:nvPr userDrawn="1"/>
        </p:nvSpPr>
        <p:spPr>
          <a:xfrm>
            <a:off x="0" y="6604000"/>
            <a:ext cx="4318000" cy="232727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B3663-71D9-618A-F380-FB0D37DC4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500" y="6603069"/>
            <a:ext cx="4114800" cy="224586"/>
          </a:xfrm>
        </p:spPr>
        <p:txBody>
          <a:bodyPr/>
          <a:lstStyle>
            <a:lvl1pPr algn="l">
              <a:defRPr sz="900" b="0" i="0">
                <a:solidFill>
                  <a:schemeClr val="tx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</a:lstStyle>
          <a:p>
            <a:endParaRPr lang="en-AE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F53EF7-33E8-2A40-85C0-7681FED8B67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0500" y="-228361"/>
            <a:ext cx="2724178" cy="181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349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Page - Public Sector">
    <p:bg>
      <p:bgPr>
        <a:solidFill>
          <a:srgbClr val="0003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5A852C2-57FF-04CE-1B69-B7DB9A4030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5143500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6A0811D-8FE7-F82E-1CAD-F6289D9A6144}"/>
              </a:ext>
            </a:extLst>
          </p:cNvPr>
          <p:cNvSpPr/>
          <p:nvPr userDrawn="1"/>
        </p:nvSpPr>
        <p:spPr>
          <a:xfrm>
            <a:off x="5194300" y="0"/>
            <a:ext cx="6997700" cy="6872712"/>
          </a:xfrm>
          <a:prstGeom prst="rect">
            <a:avLst/>
          </a:prstGeom>
          <a:gradFill flip="none" rotWithShape="1">
            <a:gsLst>
              <a:gs pos="41000">
                <a:srgbClr val="0A0167"/>
              </a:gs>
              <a:gs pos="0">
                <a:srgbClr val="01001F"/>
              </a:gs>
              <a:gs pos="82000">
                <a:srgbClr val="1202AE">
                  <a:alpha val="57048"/>
                </a:srgbClr>
              </a:gs>
              <a:gs pos="100000">
                <a:srgbClr val="1202AE">
                  <a:alpha val="41968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DF60C4-897D-AC1B-6892-11B1E7A0EA1A}"/>
              </a:ext>
            </a:extLst>
          </p:cNvPr>
          <p:cNvSpPr/>
          <p:nvPr userDrawn="1"/>
        </p:nvSpPr>
        <p:spPr>
          <a:xfrm>
            <a:off x="635892" y="-739588"/>
            <a:ext cx="528918" cy="295835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E80ED5-0EF2-259E-45F1-EA05851E4371}"/>
              </a:ext>
            </a:extLst>
          </p:cNvPr>
          <p:cNvSpPr/>
          <p:nvPr userDrawn="1"/>
        </p:nvSpPr>
        <p:spPr>
          <a:xfrm>
            <a:off x="1216059" y="-739588"/>
            <a:ext cx="528918" cy="295835"/>
          </a:xfrm>
          <a:prstGeom prst="rect">
            <a:avLst/>
          </a:prstGeom>
          <a:solidFill>
            <a:srgbClr val="C35BBA"/>
          </a:solidFill>
          <a:ln>
            <a:solidFill>
              <a:srgbClr val="C35B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1E59DE-E588-726B-5CC3-1C818ECEE6BB}"/>
              </a:ext>
            </a:extLst>
          </p:cNvPr>
          <p:cNvSpPr/>
          <p:nvPr userDrawn="1"/>
        </p:nvSpPr>
        <p:spPr>
          <a:xfrm>
            <a:off x="635892" y="-376277"/>
            <a:ext cx="528918" cy="295835"/>
          </a:xfrm>
          <a:prstGeom prst="rect">
            <a:avLst/>
          </a:prstGeom>
          <a:solidFill>
            <a:srgbClr val="865ED9"/>
          </a:solidFill>
          <a:ln>
            <a:solidFill>
              <a:srgbClr val="865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6416DE-6184-7723-319E-CECBBCD5B59C}"/>
              </a:ext>
            </a:extLst>
          </p:cNvPr>
          <p:cNvSpPr/>
          <p:nvPr userDrawn="1"/>
        </p:nvSpPr>
        <p:spPr>
          <a:xfrm>
            <a:off x="1216059" y="-376278"/>
            <a:ext cx="528918" cy="295835"/>
          </a:xfrm>
          <a:prstGeom prst="rect">
            <a:avLst/>
          </a:prstGeom>
          <a:solidFill>
            <a:srgbClr val="5E7AFD"/>
          </a:solidFill>
          <a:ln>
            <a:solidFill>
              <a:srgbClr val="5E7A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D680DB-DE0F-AB70-528C-D39D3398E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94300" y="1401763"/>
            <a:ext cx="6159500" cy="2387600"/>
          </a:xfrm>
        </p:spPr>
        <p:txBody>
          <a:bodyPr anchor="b">
            <a:normAutofit/>
          </a:bodyPr>
          <a:lstStyle>
            <a:lvl1pPr algn="l">
              <a:defRPr sz="4800" b="1" i="0">
                <a:solidFill>
                  <a:schemeClr val="bg1"/>
                </a:solidFill>
                <a:latin typeface="Plus Jakarta Sans ExtraBold" pitchFamily="2" charset="77"/>
                <a:cs typeface="Plus Jakarta Sans ExtraBold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664FFF-D26A-747A-996D-3760621FB9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4300" y="3937279"/>
            <a:ext cx="6159500" cy="1655762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3B65E36-FFF7-ADC2-DB94-F5F5E709FC34}"/>
              </a:ext>
            </a:extLst>
          </p:cNvPr>
          <p:cNvSpPr/>
          <p:nvPr userDrawn="1"/>
        </p:nvSpPr>
        <p:spPr>
          <a:xfrm>
            <a:off x="0" y="6604000"/>
            <a:ext cx="4318000" cy="232727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B3663-71D9-618A-F380-FB0D37DC4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500" y="6603069"/>
            <a:ext cx="4114800" cy="224586"/>
          </a:xfrm>
        </p:spPr>
        <p:txBody>
          <a:bodyPr/>
          <a:lstStyle>
            <a:lvl1pPr algn="l">
              <a:defRPr sz="900" b="0" i="0">
                <a:solidFill>
                  <a:schemeClr val="tx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</a:lstStyle>
          <a:p>
            <a:endParaRPr lang="en-AE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F53EF7-33E8-2A40-85C0-7681FED8B67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0500" y="-228361"/>
            <a:ext cx="2724178" cy="181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56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Page - Oil &amp; Gas">
    <p:bg>
      <p:bgPr>
        <a:solidFill>
          <a:srgbClr val="0003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4CC0541-6366-7C6C-4745-30216DEC46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4092" b="7674"/>
          <a:stretch>
            <a:fillRect/>
          </a:stretch>
        </p:blipFill>
        <p:spPr>
          <a:xfrm>
            <a:off x="12586" y="-90"/>
            <a:ext cx="5181714" cy="68580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6A0811D-8FE7-F82E-1CAD-F6289D9A6144}"/>
              </a:ext>
            </a:extLst>
          </p:cNvPr>
          <p:cNvSpPr/>
          <p:nvPr userDrawn="1"/>
        </p:nvSpPr>
        <p:spPr>
          <a:xfrm>
            <a:off x="5194300" y="0"/>
            <a:ext cx="6997700" cy="6872712"/>
          </a:xfrm>
          <a:prstGeom prst="rect">
            <a:avLst/>
          </a:prstGeom>
          <a:gradFill flip="none" rotWithShape="1">
            <a:gsLst>
              <a:gs pos="41000">
                <a:srgbClr val="0A0167"/>
              </a:gs>
              <a:gs pos="0">
                <a:srgbClr val="01001F"/>
              </a:gs>
              <a:gs pos="82000">
                <a:srgbClr val="1202AE">
                  <a:alpha val="57048"/>
                </a:srgbClr>
              </a:gs>
              <a:gs pos="100000">
                <a:srgbClr val="1202AE">
                  <a:alpha val="41968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DF60C4-897D-AC1B-6892-11B1E7A0EA1A}"/>
              </a:ext>
            </a:extLst>
          </p:cNvPr>
          <p:cNvSpPr/>
          <p:nvPr userDrawn="1"/>
        </p:nvSpPr>
        <p:spPr>
          <a:xfrm>
            <a:off x="635892" y="-739588"/>
            <a:ext cx="528918" cy="295835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E80ED5-0EF2-259E-45F1-EA05851E4371}"/>
              </a:ext>
            </a:extLst>
          </p:cNvPr>
          <p:cNvSpPr/>
          <p:nvPr userDrawn="1"/>
        </p:nvSpPr>
        <p:spPr>
          <a:xfrm>
            <a:off x="1216059" y="-739588"/>
            <a:ext cx="528918" cy="295835"/>
          </a:xfrm>
          <a:prstGeom prst="rect">
            <a:avLst/>
          </a:prstGeom>
          <a:solidFill>
            <a:srgbClr val="C35BBA"/>
          </a:solidFill>
          <a:ln>
            <a:solidFill>
              <a:srgbClr val="C35B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1E59DE-E588-726B-5CC3-1C818ECEE6BB}"/>
              </a:ext>
            </a:extLst>
          </p:cNvPr>
          <p:cNvSpPr/>
          <p:nvPr userDrawn="1"/>
        </p:nvSpPr>
        <p:spPr>
          <a:xfrm>
            <a:off x="635892" y="-376277"/>
            <a:ext cx="528918" cy="295835"/>
          </a:xfrm>
          <a:prstGeom prst="rect">
            <a:avLst/>
          </a:prstGeom>
          <a:solidFill>
            <a:srgbClr val="865ED9"/>
          </a:solidFill>
          <a:ln>
            <a:solidFill>
              <a:srgbClr val="865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6416DE-6184-7723-319E-CECBBCD5B59C}"/>
              </a:ext>
            </a:extLst>
          </p:cNvPr>
          <p:cNvSpPr/>
          <p:nvPr userDrawn="1"/>
        </p:nvSpPr>
        <p:spPr>
          <a:xfrm>
            <a:off x="1216059" y="-376278"/>
            <a:ext cx="528918" cy="295835"/>
          </a:xfrm>
          <a:prstGeom prst="rect">
            <a:avLst/>
          </a:prstGeom>
          <a:solidFill>
            <a:srgbClr val="5E7AFD"/>
          </a:solidFill>
          <a:ln>
            <a:solidFill>
              <a:srgbClr val="5E7A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D680DB-DE0F-AB70-528C-D39D3398E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94300" y="1401763"/>
            <a:ext cx="6159500" cy="2387600"/>
          </a:xfrm>
        </p:spPr>
        <p:txBody>
          <a:bodyPr anchor="b">
            <a:normAutofit/>
          </a:bodyPr>
          <a:lstStyle>
            <a:lvl1pPr algn="l">
              <a:defRPr sz="4800" b="1" i="0">
                <a:solidFill>
                  <a:schemeClr val="bg1"/>
                </a:solidFill>
                <a:latin typeface="Plus Jakarta Sans ExtraBold" pitchFamily="2" charset="77"/>
                <a:cs typeface="Plus Jakarta Sans ExtraBold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664FFF-D26A-747A-996D-3760621FB9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4300" y="3937279"/>
            <a:ext cx="6159500" cy="1655762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3B65E36-FFF7-ADC2-DB94-F5F5E709FC34}"/>
              </a:ext>
            </a:extLst>
          </p:cNvPr>
          <p:cNvSpPr/>
          <p:nvPr userDrawn="1"/>
        </p:nvSpPr>
        <p:spPr>
          <a:xfrm>
            <a:off x="0" y="6604000"/>
            <a:ext cx="4318000" cy="232727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B3663-71D9-618A-F380-FB0D37DC4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500" y="6603069"/>
            <a:ext cx="4114800" cy="224586"/>
          </a:xfrm>
        </p:spPr>
        <p:txBody>
          <a:bodyPr/>
          <a:lstStyle>
            <a:lvl1pPr algn="l">
              <a:defRPr sz="900" b="0" i="0">
                <a:solidFill>
                  <a:schemeClr val="tx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</a:lstStyle>
          <a:p>
            <a:endParaRPr lang="en-AE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F53EF7-33E8-2A40-85C0-7681FED8B67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0500" y="-228361"/>
            <a:ext cx="2724178" cy="181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252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Page - Holdings">
    <p:bg>
      <p:bgPr>
        <a:solidFill>
          <a:srgbClr val="0003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8162D2E-B6D4-3C7D-00FB-574079130F8A}"/>
              </a:ext>
            </a:extLst>
          </p:cNvPr>
          <p:cNvSpPr/>
          <p:nvPr userDrawn="1"/>
        </p:nvSpPr>
        <p:spPr>
          <a:xfrm>
            <a:off x="0" y="30344"/>
            <a:ext cx="5128643" cy="6797311"/>
          </a:xfrm>
          <a:prstGeom prst="rect">
            <a:avLst/>
          </a:prstGeom>
          <a:solidFill>
            <a:srgbClr val="0100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2D9F836-6903-6A86-5D90-46F1728877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62" y="2343955"/>
            <a:ext cx="5085566" cy="285911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6A0811D-8FE7-F82E-1CAD-F6289D9A6144}"/>
              </a:ext>
            </a:extLst>
          </p:cNvPr>
          <p:cNvSpPr/>
          <p:nvPr userDrawn="1"/>
        </p:nvSpPr>
        <p:spPr>
          <a:xfrm>
            <a:off x="5194300" y="0"/>
            <a:ext cx="6997699" cy="6827655"/>
          </a:xfrm>
          <a:prstGeom prst="rect">
            <a:avLst/>
          </a:prstGeom>
          <a:gradFill flip="none" rotWithShape="1">
            <a:gsLst>
              <a:gs pos="41000">
                <a:srgbClr val="0A0167"/>
              </a:gs>
              <a:gs pos="0">
                <a:srgbClr val="01001F"/>
              </a:gs>
              <a:gs pos="82000">
                <a:srgbClr val="1202AE">
                  <a:alpha val="57048"/>
                </a:srgbClr>
              </a:gs>
              <a:gs pos="100000">
                <a:srgbClr val="1202AE">
                  <a:alpha val="41968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DF60C4-897D-AC1B-6892-11B1E7A0EA1A}"/>
              </a:ext>
            </a:extLst>
          </p:cNvPr>
          <p:cNvSpPr/>
          <p:nvPr userDrawn="1"/>
        </p:nvSpPr>
        <p:spPr>
          <a:xfrm>
            <a:off x="635892" y="-739588"/>
            <a:ext cx="528918" cy="295835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E80ED5-0EF2-259E-45F1-EA05851E4371}"/>
              </a:ext>
            </a:extLst>
          </p:cNvPr>
          <p:cNvSpPr/>
          <p:nvPr userDrawn="1"/>
        </p:nvSpPr>
        <p:spPr>
          <a:xfrm>
            <a:off x="1216059" y="-739588"/>
            <a:ext cx="528918" cy="295835"/>
          </a:xfrm>
          <a:prstGeom prst="rect">
            <a:avLst/>
          </a:prstGeom>
          <a:solidFill>
            <a:srgbClr val="C35BBA"/>
          </a:solidFill>
          <a:ln>
            <a:solidFill>
              <a:srgbClr val="C35B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1E59DE-E588-726B-5CC3-1C818ECEE6BB}"/>
              </a:ext>
            </a:extLst>
          </p:cNvPr>
          <p:cNvSpPr/>
          <p:nvPr userDrawn="1"/>
        </p:nvSpPr>
        <p:spPr>
          <a:xfrm>
            <a:off x="635892" y="-376277"/>
            <a:ext cx="528918" cy="295835"/>
          </a:xfrm>
          <a:prstGeom prst="rect">
            <a:avLst/>
          </a:prstGeom>
          <a:solidFill>
            <a:srgbClr val="865ED9"/>
          </a:solidFill>
          <a:ln>
            <a:solidFill>
              <a:srgbClr val="865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6416DE-6184-7723-319E-CECBBCD5B59C}"/>
              </a:ext>
            </a:extLst>
          </p:cNvPr>
          <p:cNvSpPr/>
          <p:nvPr userDrawn="1"/>
        </p:nvSpPr>
        <p:spPr>
          <a:xfrm>
            <a:off x="1216059" y="-376278"/>
            <a:ext cx="528918" cy="295835"/>
          </a:xfrm>
          <a:prstGeom prst="rect">
            <a:avLst/>
          </a:prstGeom>
          <a:solidFill>
            <a:srgbClr val="5E7AFD"/>
          </a:solidFill>
          <a:ln>
            <a:solidFill>
              <a:srgbClr val="5E7A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D680DB-DE0F-AB70-528C-D39D3398E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94300" y="1401763"/>
            <a:ext cx="6159500" cy="2387600"/>
          </a:xfrm>
        </p:spPr>
        <p:txBody>
          <a:bodyPr anchor="b">
            <a:normAutofit/>
          </a:bodyPr>
          <a:lstStyle>
            <a:lvl1pPr algn="l">
              <a:defRPr sz="4800" b="1" i="0">
                <a:solidFill>
                  <a:schemeClr val="bg1"/>
                </a:solidFill>
                <a:latin typeface="Plus Jakarta Sans ExtraBold" pitchFamily="2" charset="77"/>
                <a:cs typeface="Plus Jakarta Sans ExtraBold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664FFF-D26A-747A-996D-3760621FB9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4300" y="3937279"/>
            <a:ext cx="6159500" cy="1655762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3B65E36-FFF7-ADC2-DB94-F5F5E709FC34}"/>
              </a:ext>
            </a:extLst>
          </p:cNvPr>
          <p:cNvSpPr/>
          <p:nvPr userDrawn="1"/>
        </p:nvSpPr>
        <p:spPr>
          <a:xfrm>
            <a:off x="0" y="6604000"/>
            <a:ext cx="4318000" cy="232727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B3663-71D9-618A-F380-FB0D37DC4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500" y="6603069"/>
            <a:ext cx="4114800" cy="224586"/>
          </a:xfrm>
        </p:spPr>
        <p:txBody>
          <a:bodyPr/>
          <a:lstStyle>
            <a:lvl1pPr algn="l">
              <a:defRPr sz="900" b="0" i="0">
                <a:solidFill>
                  <a:schemeClr val="tx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</a:lstStyle>
          <a:p>
            <a:endParaRPr lang="en-AE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F53EF7-33E8-2A40-85C0-7681FED8B67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0500" y="-228361"/>
            <a:ext cx="2724178" cy="181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806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Page - Automotive">
    <p:bg>
      <p:bgPr>
        <a:solidFill>
          <a:srgbClr val="0003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8162D2E-B6D4-3C7D-00FB-574079130F8A}"/>
              </a:ext>
            </a:extLst>
          </p:cNvPr>
          <p:cNvSpPr/>
          <p:nvPr userDrawn="1"/>
        </p:nvSpPr>
        <p:spPr>
          <a:xfrm>
            <a:off x="0" y="30344"/>
            <a:ext cx="5128643" cy="6797311"/>
          </a:xfrm>
          <a:prstGeom prst="rect">
            <a:avLst/>
          </a:prstGeom>
          <a:solidFill>
            <a:srgbClr val="0100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A0811D-8FE7-F82E-1CAD-F6289D9A6144}"/>
              </a:ext>
            </a:extLst>
          </p:cNvPr>
          <p:cNvSpPr/>
          <p:nvPr userDrawn="1"/>
        </p:nvSpPr>
        <p:spPr>
          <a:xfrm>
            <a:off x="5194300" y="0"/>
            <a:ext cx="6997699" cy="6827655"/>
          </a:xfrm>
          <a:prstGeom prst="rect">
            <a:avLst/>
          </a:prstGeom>
          <a:gradFill flip="none" rotWithShape="1">
            <a:gsLst>
              <a:gs pos="41000">
                <a:srgbClr val="0A0167"/>
              </a:gs>
              <a:gs pos="0">
                <a:srgbClr val="01001F"/>
              </a:gs>
              <a:gs pos="82000">
                <a:srgbClr val="1202AE">
                  <a:alpha val="57048"/>
                </a:srgbClr>
              </a:gs>
              <a:gs pos="100000">
                <a:srgbClr val="1202AE">
                  <a:alpha val="41968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DF60C4-897D-AC1B-6892-11B1E7A0EA1A}"/>
              </a:ext>
            </a:extLst>
          </p:cNvPr>
          <p:cNvSpPr/>
          <p:nvPr userDrawn="1"/>
        </p:nvSpPr>
        <p:spPr>
          <a:xfrm>
            <a:off x="635892" y="-739588"/>
            <a:ext cx="528918" cy="295835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E80ED5-0EF2-259E-45F1-EA05851E4371}"/>
              </a:ext>
            </a:extLst>
          </p:cNvPr>
          <p:cNvSpPr/>
          <p:nvPr userDrawn="1"/>
        </p:nvSpPr>
        <p:spPr>
          <a:xfrm>
            <a:off x="1216059" y="-739588"/>
            <a:ext cx="528918" cy="295835"/>
          </a:xfrm>
          <a:prstGeom prst="rect">
            <a:avLst/>
          </a:prstGeom>
          <a:solidFill>
            <a:srgbClr val="C35BBA"/>
          </a:solidFill>
          <a:ln>
            <a:solidFill>
              <a:srgbClr val="C35B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1E59DE-E588-726B-5CC3-1C818ECEE6BB}"/>
              </a:ext>
            </a:extLst>
          </p:cNvPr>
          <p:cNvSpPr/>
          <p:nvPr userDrawn="1"/>
        </p:nvSpPr>
        <p:spPr>
          <a:xfrm>
            <a:off x="635892" y="-376277"/>
            <a:ext cx="528918" cy="295835"/>
          </a:xfrm>
          <a:prstGeom prst="rect">
            <a:avLst/>
          </a:prstGeom>
          <a:solidFill>
            <a:srgbClr val="865ED9"/>
          </a:solidFill>
          <a:ln>
            <a:solidFill>
              <a:srgbClr val="865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6416DE-6184-7723-319E-CECBBCD5B59C}"/>
              </a:ext>
            </a:extLst>
          </p:cNvPr>
          <p:cNvSpPr/>
          <p:nvPr userDrawn="1"/>
        </p:nvSpPr>
        <p:spPr>
          <a:xfrm>
            <a:off x="1216059" y="-376278"/>
            <a:ext cx="528918" cy="295835"/>
          </a:xfrm>
          <a:prstGeom prst="rect">
            <a:avLst/>
          </a:prstGeom>
          <a:solidFill>
            <a:srgbClr val="5E7AFD"/>
          </a:solidFill>
          <a:ln>
            <a:solidFill>
              <a:srgbClr val="5E7A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D680DB-DE0F-AB70-528C-D39D3398E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94300" y="1401763"/>
            <a:ext cx="6159500" cy="2387600"/>
          </a:xfrm>
        </p:spPr>
        <p:txBody>
          <a:bodyPr anchor="b">
            <a:normAutofit/>
          </a:bodyPr>
          <a:lstStyle>
            <a:lvl1pPr algn="l">
              <a:defRPr sz="4800" b="1" i="0">
                <a:solidFill>
                  <a:schemeClr val="bg1"/>
                </a:solidFill>
                <a:latin typeface="Plus Jakarta Sans ExtraBold" pitchFamily="2" charset="77"/>
                <a:cs typeface="Plus Jakarta Sans ExtraBold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664FFF-D26A-747A-996D-3760621FB9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4300" y="3937279"/>
            <a:ext cx="6159500" cy="1655762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3B65E36-FFF7-ADC2-DB94-F5F5E709FC34}"/>
              </a:ext>
            </a:extLst>
          </p:cNvPr>
          <p:cNvSpPr/>
          <p:nvPr userDrawn="1"/>
        </p:nvSpPr>
        <p:spPr>
          <a:xfrm>
            <a:off x="0" y="6604000"/>
            <a:ext cx="4318000" cy="232727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B3663-71D9-618A-F380-FB0D37DC4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500" y="6603069"/>
            <a:ext cx="4114800" cy="224586"/>
          </a:xfrm>
        </p:spPr>
        <p:txBody>
          <a:bodyPr/>
          <a:lstStyle>
            <a:lvl1pPr algn="l">
              <a:defRPr sz="900" b="0" i="0">
                <a:solidFill>
                  <a:schemeClr val="tx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</a:lstStyle>
          <a:p>
            <a:endParaRPr lang="en-AE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F53EF7-33E8-2A40-85C0-7681FED8B6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0" y="-228361"/>
            <a:ext cx="2724178" cy="18161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8649A2E-86F2-6845-3C59-B6922843E6A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2064854"/>
            <a:ext cx="5128643" cy="2883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7644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Cover Page - Automotive">
    <p:bg>
      <p:bgPr>
        <a:solidFill>
          <a:srgbClr val="0003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B46B54A-E040-6710-4590-E0E59300A1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0277" b="1735"/>
          <a:stretch>
            <a:fillRect/>
          </a:stretch>
        </p:blipFill>
        <p:spPr>
          <a:xfrm>
            <a:off x="14308" y="0"/>
            <a:ext cx="5179991" cy="683672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6A0811D-8FE7-F82E-1CAD-F6289D9A6144}"/>
              </a:ext>
            </a:extLst>
          </p:cNvPr>
          <p:cNvSpPr/>
          <p:nvPr userDrawn="1"/>
        </p:nvSpPr>
        <p:spPr>
          <a:xfrm>
            <a:off x="5194300" y="0"/>
            <a:ext cx="6997699" cy="6827655"/>
          </a:xfrm>
          <a:prstGeom prst="rect">
            <a:avLst/>
          </a:prstGeom>
          <a:gradFill flip="none" rotWithShape="1">
            <a:gsLst>
              <a:gs pos="41000">
                <a:srgbClr val="0A0167"/>
              </a:gs>
              <a:gs pos="0">
                <a:srgbClr val="01001F"/>
              </a:gs>
              <a:gs pos="82000">
                <a:srgbClr val="1202AE">
                  <a:alpha val="57048"/>
                </a:srgbClr>
              </a:gs>
              <a:gs pos="100000">
                <a:srgbClr val="1202AE">
                  <a:alpha val="41968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DF60C4-897D-AC1B-6892-11B1E7A0EA1A}"/>
              </a:ext>
            </a:extLst>
          </p:cNvPr>
          <p:cNvSpPr/>
          <p:nvPr userDrawn="1"/>
        </p:nvSpPr>
        <p:spPr>
          <a:xfrm>
            <a:off x="635892" y="-739588"/>
            <a:ext cx="528918" cy="295835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E80ED5-0EF2-259E-45F1-EA05851E4371}"/>
              </a:ext>
            </a:extLst>
          </p:cNvPr>
          <p:cNvSpPr/>
          <p:nvPr userDrawn="1"/>
        </p:nvSpPr>
        <p:spPr>
          <a:xfrm>
            <a:off x="1216059" y="-739588"/>
            <a:ext cx="528918" cy="295835"/>
          </a:xfrm>
          <a:prstGeom prst="rect">
            <a:avLst/>
          </a:prstGeom>
          <a:solidFill>
            <a:srgbClr val="C35BBA"/>
          </a:solidFill>
          <a:ln>
            <a:solidFill>
              <a:srgbClr val="C35B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1E59DE-E588-726B-5CC3-1C818ECEE6BB}"/>
              </a:ext>
            </a:extLst>
          </p:cNvPr>
          <p:cNvSpPr/>
          <p:nvPr userDrawn="1"/>
        </p:nvSpPr>
        <p:spPr>
          <a:xfrm>
            <a:off x="635892" y="-376277"/>
            <a:ext cx="528918" cy="295835"/>
          </a:xfrm>
          <a:prstGeom prst="rect">
            <a:avLst/>
          </a:prstGeom>
          <a:solidFill>
            <a:srgbClr val="865ED9"/>
          </a:solidFill>
          <a:ln>
            <a:solidFill>
              <a:srgbClr val="865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6416DE-6184-7723-319E-CECBBCD5B59C}"/>
              </a:ext>
            </a:extLst>
          </p:cNvPr>
          <p:cNvSpPr/>
          <p:nvPr userDrawn="1"/>
        </p:nvSpPr>
        <p:spPr>
          <a:xfrm>
            <a:off x="1216059" y="-376278"/>
            <a:ext cx="528918" cy="295835"/>
          </a:xfrm>
          <a:prstGeom prst="rect">
            <a:avLst/>
          </a:prstGeom>
          <a:solidFill>
            <a:srgbClr val="5E7AFD"/>
          </a:solidFill>
          <a:ln>
            <a:solidFill>
              <a:srgbClr val="5E7A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D680DB-DE0F-AB70-528C-D39D3398E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94300" y="1401763"/>
            <a:ext cx="6159500" cy="2387600"/>
          </a:xfrm>
        </p:spPr>
        <p:txBody>
          <a:bodyPr anchor="b">
            <a:normAutofit/>
          </a:bodyPr>
          <a:lstStyle>
            <a:lvl1pPr algn="l">
              <a:defRPr sz="4800" b="1" i="0">
                <a:solidFill>
                  <a:schemeClr val="bg1"/>
                </a:solidFill>
                <a:latin typeface="Plus Jakarta Sans ExtraBold" pitchFamily="2" charset="77"/>
                <a:cs typeface="Plus Jakarta Sans ExtraBold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664FFF-D26A-747A-996D-3760621FB9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4300" y="3937279"/>
            <a:ext cx="6159500" cy="1655762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3B65E36-FFF7-ADC2-DB94-F5F5E709FC34}"/>
              </a:ext>
            </a:extLst>
          </p:cNvPr>
          <p:cNvSpPr/>
          <p:nvPr userDrawn="1"/>
        </p:nvSpPr>
        <p:spPr>
          <a:xfrm>
            <a:off x="0" y="6604000"/>
            <a:ext cx="4318000" cy="232727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B3663-71D9-618A-F380-FB0D37DC4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500" y="6603069"/>
            <a:ext cx="4114800" cy="224586"/>
          </a:xfrm>
        </p:spPr>
        <p:txBody>
          <a:bodyPr/>
          <a:lstStyle>
            <a:lvl1pPr algn="l">
              <a:defRPr sz="900" b="0" i="0">
                <a:solidFill>
                  <a:schemeClr val="tx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</a:lstStyle>
          <a:p>
            <a:endParaRPr lang="en-AE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F53EF7-33E8-2A40-85C0-7681FED8B67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0500" y="-228361"/>
            <a:ext cx="2724178" cy="181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3159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1758B6D-6EBB-CC00-4F43-9AB2EB94A6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5444"/>
          <a:stretch>
            <a:fillRect/>
          </a:stretch>
        </p:blipFill>
        <p:spPr>
          <a:xfrm>
            <a:off x="0" y="0"/>
            <a:ext cx="12192000" cy="6872712"/>
          </a:xfrm>
          <a:prstGeom prst="rect">
            <a:avLst/>
          </a:prstGeom>
          <a:ln w="28575" cap="rnd">
            <a:noFill/>
            <a:prstDash val="sysDot"/>
            <a:tailEnd type="oval"/>
          </a:ln>
        </p:spPr>
      </p:pic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D0FA9631-E94C-F16D-08CB-CD75E4B1569E}"/>
              </a:ext>
            </a:extLst>
          </p:cNvPr>
          <p:cNvSpPr txBox="1">
            <a:spLocks/>
          </p:cNvSpPr>
          <p:nvPr userDrawn="1"/>
        </p:nvSpPr>
        <p:spPr>
          <a:xfrm>
            <a:off x="190500" y="6549979"/>
            <a:ext cx="4114800" cy="2245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AE"/>
            </a:defPPr>
            <a:lvl1pPr marL="0" algn="l" defTabSz="914400" rtl="0" eaLnBrk="1" latinLnBrk="0" hangingPunct="1">
              <a:defRPr sz="900" b="0" i="0" kern="1200">
                <a:solidFill>
                  <a:schemeClr val="tx1"/>
                </a:solidFill>
                <a:latin typeface="Plus Jakarta Sans ExtraLight" pitchFamily="2" charset="77"/>
                <a:ea typeface="+mn-ea"/>
                <a:cs typeface="Plus Jakarta Sans ExtraLight" pitchFamily="2" charset="77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E" sz="800" dirty="0">
                <a:solidFill>
                  <a:schemeClr val="bg1"/>
                </a:solidFill>
              </a:rPr>
              <a:t>Copyright © 2026. All Right Protected &amp;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4392EE-1C26-C4F2-F0A9-3F2409E97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9000" y="6525180"/>
            <a:ext cx="2743200" cy="249385"/>
          </a:xfrm>
        </p:spPr>
        <p:txBody>
          <a:bodyPr/>
          <a:lstStyle>
            <a:lvl1pPr>
              <a:defRPr sz="800" b="0" i="0">
                <a:solidFill>
                  <a:schemeClr val="bg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</a:lstStyle>
          <a:p>
            <a:fld id="{9C164DB0-F2AF-914A-B9E8-74CB8108BCA3}" type="slidenum">
              <a:rPr lang="en-AE" smtClean="0"/>
              <a:pPr/>
              <a:t>‹#›</a:t>
            </a:fld>
            <a:endParaRPr lang="en-AE" sz="8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286B32-3D5D-C0AA-7EEA-8707948C92D8}"/>
              </a:ext>
            </a:extLst>
          </p:cNvPr>
          <p:cNvSpPr/>
          <p:nvPr userDrawn="1"/>
        </p:nvSpPr>
        <p:spPr>
          <a:xfrm>
            <a:off x="635892" y="-739588"/>
            <a:ext cx="528918" cy="295835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1F43A7-FC8D-DF2A-F129-D92D96DCC759}"/>
              </a:ext>
            </a:extLst>
          </p:cNvPr>
          <p:cNvSpPr/>
          <p:nvPr userDrawn="1"/>
        </p:nvSpPr>
        <p:spPr>
          <a:xfrm>
            <a:off x="1216059" y="-739588"/>
            <a:ext cx="528918" cy="295835"/>
          </a:xfrm>
          <a:prstGeom prst="rect">
            <a:avLst/>
          </a:prstGeom>
          <a:solidFill>
            <a:srgbClr val="C35BBA"/>
          </a:solidFill>
          <a:ln>
            <a:solidFill>
              <a:srgbClr val="C35B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B78D25-A296-B58D-D909-FE30094DA8CA}"/>
              </a:ext>
            </a:extLst>
          </p:cNvPr>
          <p:cNvSpPr/>
          <p:nvPr userDrawn="1"/>
        </p:nvSpPr>
        <p:spPr>
          <a:xfrm>
            <a:off x="635892" y="-376277"/>
            <a:ext cx="528918" cy="295835"/>
          </a:xfrm>
          <a:prstGeom prst="rect">
            <a:avLst/>
          </a:prstGeom>
          <a:solidFill>
            <a:srgbClr val="865ED9"/>
          </a:solidFill>
          <a:ln>
            <a:solidFill>
              <a:srgbClr val="865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820E98-48A0-E7EC-EC53-576DB56AD9C3}"/>
              </a:ext>
            </a:extLst>
          </p:cNvPr>
          <p:cNvSpPr/>
          <p:nvPr userDrawn="1"/>
        </p:nvSpPr>
        <p:spPr>
          <a:xfrm>
            <a:off x="1216059" y="-376278"/>
            <a:ext cx="528918" cy="295835"/>
          </a:xfrm>
          <a:prstGeom prst="rect">
            <a:avLst/>
          </a:prstGeom>
          <a:solidFill>
            <a:srgbClr val="5E7AFD"/>
          </a:solidFill>
          <a:ln>
            <a:solidFill>
              <a:srgbClr val="5E7A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AE85E79-6903-6CE3-A505-FF6B7CC6412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98022" y="-228361"/>
            <a:ext cx="2724178" cy="181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6925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000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24C43CA-3495-644D-D98D-2E6E4689A8EB}"/>
              </a:ext>
            </a:extLst>
          </p:cNvPr>
          <p:cNvSpPr txBox="1">
            <a:spLocks/>
          </p:cNvSpPr>
          <p:nvPr userDrawn="1"/>
        </p:nvSpPr>
        <p:spPr>
          <a:xfrm>
            <a:off x="190500" y="6549979"/>
            <a:ext cx="4114800" cy="2245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AE"/>
            </a:defPPr>
            <a:lvl1pPr marL="0" algn="l" defTabSz="914400" rtl="0" eaLnBrk="1" latinLnBrk="0" hangingPunct="1">
              <a:defRPr sz="900" b="0" i="0" kern="1200">
                <a:solidFill>
                  <a:schemeClr val="tx1"/>
                </a:solidFill>
                <a:latin typeface="Plus Jakarta Sans ExtraLight" pitchFamily="2" charset="77"/>
                <a:ea typeface="+mn-ea"/>
                <a:cs typeface="Plus Jakarta Sans ExtraLight" pitchFamily="2" charset="77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E" sz="800" dirty="0">
                <a:solidFill>
                  <a:schemeClr val="bg1"/>
                </a:solidFill>
              </a:rPr>
              <a:t>Copyright © 2026. All Right Protected &amp; Reserved.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613D4A1B-5ACA-3E74-1CEE-605312C21F76}"/>
              </a:ext>
            </a:extLst>
          </p:cNvPr>
          <p:cNvSpPr txBox="1">
            <a:spLocks/>
          </p:cNvSpPr>
          <p:nvPr userDrawn="1"/>
        </p:nvSpPr>
        <p:spPr>
          <a:xfrm>
            <a:off x="9179000" y="6525180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AE"/>
            </a:defPPr>
            <a:lvl1pPr marL="0" algn="r" defTabSz="914400" rtl="0" eaLnBrk="1" latinLnBrk="0" hangingPunct="1">
              <a:defRPr sz="800" b="0" i="0" kern="1200">
                <a:solidFill>
                  <a:schemeClr val="bg1"/>
                </a:solidFill>
                <a:latin typeface="Plus Jakarta Sans ExtraLight" pitchFamily="2" charset="77"/>
                <a:ea typeface="+mn-ea"/>
                <a:cs typeface="Plus Jakarta Sans ExtraLight" pitchFamily="2" charset="77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164DB0-F2AF-914A-B9E8-74CB8108BCA3}" type="slidenum">
              <a:rPr lang="en-AE" smtClean="0"/>
              <a:pPr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982990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D81B99A-BABE-1ADD-F058-8E077EC964F5}"/>
              </a:ext>
            </a:extLst>
          </p:cNvPr>
          <p:cNvSpPr/>
          <p:nvPr userDrawn="1"/>
        </p:nvSpPr>
        <p:spPr>
          <a:xfrm>
            <a:off x="4689105" y="11632"/>
            <a:ext cx="7502895" cy="68463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304800" dist="165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009EF03-0348-34AE-57D8-F5A0EA016C4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957" y="0"/>
            <a:ext cx="4702506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DDDF48D-8CA6-77FC-E2D5-BDD541B8E9E1}"/>
              </a:ext>
            </a:extLst>
          </p:cNvPr>
          <p:cNvSpPr txBox="1"/>
          <p:nvPr userDrawn="1"/>
        </p:nvSpPr>
        <p:spPr>
          <a:xfrm>
            <a:off x="5002620" y="2144985"/>
            <a:ext cx="7537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sz="2000" b="1" i="0" dirty="0">
                <a:latin typeface="Plus Jakarta Sans ExtraBold" pitchFamily="2" charset="77"/>
                <a:cs typeface="Plus Jakarta Sans ExtraBold" pitchFamily="2" charset="77"/>
              </a:rPr>
              <a:t>POV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D40339-5070-35B1-EE09-16733EBC4343}"/>
              </a:ext>
            </a:extLst>
          </p:cNvPr>
          <p:cNvSpPr txBox="1"/>
          <p:nvPr userDrawn="1"/>
        </p:nvSpPr>
        <p:spPr>
          <a:xfrm>
            <a:off x="5002620" y="2449785"/>
            <a:ext cx="33217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sz="2800" b="1" i="0" dirty="0">
                <a:latin typeface="Plus Jakarta Sans ExtraBold" pitchFamily="2" charset="77"/>
                <a:cs typeface="Plus Jakarta Sans ExtraBold" pitchFamily="2" charset="77"/>
              </a:rPr>
              <a:t>Financial Services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4503E5-6101-A5AD-8E8E-DCCDA70716A5}"/>
              </a:ext>
            </a:extLst>
          </p:cNvPr>
          <p:cNvSpPr txBox="1"/>
          <p:nvPr userDrawn="1"/>
        </p:nvSpPr>
        <p:spPr>
          <a:xfrm>
            <a:off x="5002620" y="3098266"/>
            <a:ext cx="69195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E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 Light" pitchFamily="2" charset="77"/>
                <a:cs typeface="Plus Jakarta Sans Light" pitchFamily="2" charset="77"/>
              </a:rPr>
              <a:t>The quick brown fox jumped over the lazy sleeping dog. The quick brown fox jumped over the lazy sleeping dog.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E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 Light" pitchFamily="2" charset="77"/>
                <a:cs typeface="Plus Jakarta Sans Light" pitchFamily="2" charset="77"/>
              </a:rPr>
              <a:t>The quick brown fox jumped over the lazy sleeping dog. The quick brown fox jumped over the lazy sleeping dog.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E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 Light" pitchFamily="2" charset="77"/>
                <a:cs typeface="Plus Jakarta Sans Light" pitchFamily="2" charset="77"/>
              </a:rPr>
              <a:t>The quick brown fox jumped over the lazy sleeping dog. 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D0FA9631-E94C-F16D-08CB-CD75E4B1569E}"/>
              </a:ext>
            </a:extLst>
          </p:cNvPr>
          <p:cNvSpPr txBox="1">
            <a:spLocks/>
          </p:cNvSpPr>
          <p:nvPr userDrawn="1"/>
        </p:nvSpPr>
        <p:spPr>
          <a:xfrm>
            <a:off x="190500" y="6479709"/>
            <a:ext cx="4114800" cy="2245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AE"/>
            </a:defPPr>
            <a:lvl1pPr marL="0" algn="l" defTabSz="914400" rtl="0" eaLnBrk="1" latinLnBrk="0" hangingPunct="1">
              <a:defRPr sz="900" b="0" i="0" kern="1200">
                <a:solidFill>
                  <a:schemeClr val="tx1"/>
                </a:solidFill>
                <a:latin typeface="Plus Jakarta Sans ExtraLight" pitchFamily="2" charset="77"/>
                <a:ea typeface="+mn-ea"/>
                <a:cs typeface="Plus Jakarta Sans ExtraLight" pitchFamily="2" charset="77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E" sz="800" dirty="0">
                <a:solidFill>
                  <a:schemeClr val="bg1"/>
                </a:solidFill>
              </a:rPr>
              <a:t>Copyright © 2026. All Right Protected &amp; Reserved.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286B32-3D5D-C0AA-7EEA-8707948C92D8}"/>
              </a:ext>
            </a:extLst>
          </p:cNvPr>
          <p:cNvSpPr/>
          <p:nvPr userDrawn="1"/>
        </p:nvSpPr>
        <p:spPr>
          <a:xfrm>
            <a:off x="635892" y="-739588"/>
            <a:ext cx="528918" cy="295835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1F43A7-FC8D-DF2A-F129-D92D96DCC759}"/>
              </a:ext>
            </a:extLst>
          </p:cNvPr>
          <p:cNvSpPr/>
          <p:nvPr userDrawn="1"/>
        </p:nvSpPr>
        <p:spPr>
          <a:xfrm>
            <a:off x="1216059" y="-739588"/>
            <a:ext cx="528918" cy="295835"/>
          </a:xfrm>
          <a:prstGeom prst="rect">
            <a:avLst/>
          </a:prstGeom>
          <a:solidFill>
            <a:srgbClr val="C35BBA"/>
          </a:solidFill>
          <a:ln>
            <a:solidFill>
              <a:srgbClr val="C35B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B78D25-A296-B58D-D909-FE30094DA8CA}"/>
              </a:ext>
            </a:extLst>
          </p:cNvPr>
          <p:cNvSpPr/>
          <p:nvPr userDrawn="1"/>
        </p:nvSpPr>
        <p:spPr>
          <a:xfrm>
            <a:off x="635892" y="-376277"/>
            <a:ext cx="528918" cy="295835"/>
          </a:xfrm>
          <a:prstGeom prst="rect">
            <a:avLst/>
          </a:prstGeom>
          <a:solidFill>
            <a:srgbClr val="865ED9"/>
          </a:solidFill>
          <a:ln>
            <a:solidFill>
              <a:srgbClr val="865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820E98-48A0-E7EC-EC53-576DB56AD9C3}"/>
              </a:ext>
            </a:extLst>
          </p:cNvPr>
          <p:cNvSpPr/>
          <p:nvPr userDrawn="1"/>
        </p:nvSpPr>
        <p:spPr>
          <a:xfrm>
            <a:off x="1216059" y="-376278"/>
            <a:ext cx="528918" cy="295835"/>
          </a:xfrm>
          <a:prstGeom prst="rect">
            <a:avLst/>
          </a:prstGeom>
          <a:solidFill>
            <a:srgbClr val="5E7AFD"/>
          </a:solidFill>
          <a:ln>
            <a:solidFill>
              <a:srgbClr val="5E7A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7B524B-AACF-B077-1CB8-FE499CFB2E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0500" y="-228361"/>
            <a:ext cx="2724178" cy="1816120"/>
          </a:xfrm>
          <a:prstGeom prst="rect">
            <a:avLst/>
          </a:prstGeom>
        </p:spPr>
      </p:pic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7470EFA2-8D25-668E-EA89-6B6C7AB3C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9000" y="6525180"/>
            <a:ext cx="2743200" cy="249385"/>
          </a:xfrm>
        </p:spPr>
        <p:txBody>
          <a:bodyPr/>
          <a:lstStyle>
            <a:lvl1pPr>
              <a:defRPr sz="800" b="0" i="0">
                <a:solidFill>
                  <a:schemeClr val="tx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</a:lstStyle>
          <a:p>
            <a:fld id="{9C164DB0-F2AF-914A-B9E8-74CB8108BCA3}" type="slidenum">
              <a:rPr lang="en-AE" smtClean="0"/>
              <a:pPr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6008972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DA8E8FD6-1E32-D5EC-6FE8-1D9A932BD5C5}"/>
              </a:ext>
            </a:extLst>
          </p:cNvPr>
          <p:cNvSpPr/>
          <p:nvPr userDrawn="1"/>
        </p:nvSpPr>
        <p:spPr>
          <a:xfrm>
            <a:off x="4726772" y="11632"/>
            <a:ext cx="7451580" cy="68463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304800" dist="165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9FD4A8-4CD4-CDCC-B4F2-EBFF736764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46551"/>
            <a:ext cx="4689105" cy="6252140"/>
          </a:xfrm>
          <a:prstGeom prst="rect">
            <a:avLst/>
          </a:prstGeom>
        </p:spPr>
      </p:pic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D0FA9631-E94C-F16D-08CB-CD75E4B1569E}"/>
              </a:ext>
            </a:extLst>
          </p:cNvPr>
          <p:cNvSpPr txBox="1">
            <a:spLocks/>
          </p:cNvSpPr>
          <p:nvPr userDrawn="1"/>
        </p:nvSpPr>
        <p:spPr>
          <a:xfrm>
            <a:off x="190500" y="6479709"/>
            <a:ext cx="4114800" cy="2245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AE"/>
            </a:defPPr>
            <a:lvl1pPr marL="0" algn="l" defTabSz="914400" rtl="0" eaLnBrk="1" latinLnBrk="0" hangingPunct="1">
              <a:defRPr sz="900" b="0" i="0" kern="1200">
                <a:solidFill>
                  <a:schemeClr val="tx1"/>
                </a:solidFill>
                <a:latin typeface="Plus Jakarta Sans ExtraLight" pitchFamily="2" charset="77"/>
                <a:ea typeface="+mn-ea"/>
                <a:cs typeface="Plus Jakarta Sans ExtraLight" pitchFamily="2" charset="77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E" sz="800" dirty="0">
                <a:solidFill>
                  <a:schemeClr val="bg1"/>
                </a:solidFill>
              </a:rPr>
              <a:t>Copyright © 2026. All Right Protected &amp; Reserved.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286B32-3D5D-C0AA-7EEA-8707948C92D8}"/>
              </a:ext>
            </a:extLst>
          </p:cNvPr>
          <p:cNvSpPr/>
          <p:nvPr userDrawn="1"/>
        </p:nvSpPr>
        <p:spPr>
          <a:xfrm>
            <a:off x="635892" y="-739588"/>
            <a:ext cx="528918" cy="295835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1F43A7-FC8D-DF2A-F129-D92D96DCC759}"/>
              </a:ext>
            </a:extLst>
          </p:cNvPr>
          <p:cNvSpPr/>
          <p:nvPr userDrawn="1"/>
        </p:nvSpPr>
        <p:spPr>
          <a:xfrm>
            <a:off x="1216059" y="-739588"/>
            <a:ext cx="528918" cy="295835"/>
          </a:xfrm>
          <a:prstGeom prst="rect">
            <a:avLst/>
          </a:prstGeom>
          <a:solidFill>
            <a:srgbClr val="C35BBA"/>
          </a:solidFill>
          <a:ln>
            <a:solidFill>
              <a:srgbClr val="C35B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B78D25-A296-B58D-D909-FE30094DA8CA}"/>
              </a:ext>
            </a:extLst>
          </p:cNvPr>
          <p:cNvSpPr/>
          <p:nvPr userDrawn="1"/>
        </p:nvSpPr>
        <p:spPr>
          <a:xfrm>
            <a:off x="635892" y="-376277"/>
            <a:ext cx="528918" cy="295835"/>
          </a:xfrm>
          <a:prstGeom prst="rect">
            <a:avLst/>
          </a:prstGeom>
          <a:solidFill>
            <a:srgbClr val="865ED9"/>
          </a:solidFill>
          <a:ln>
            <a:solidFill>
              <a:srgbClr val="865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820E98-48A0-E7EC-EC53-576DB56AD9C3}"/>
              </a:ext>
            </a:extLst>
          </p:cNvPr>
          <p:cNvSpPr/>
          <p:nvPr userDrawn="1"/>
        </p:nvSpPr>
        <p:spPr>
          <a:xfrm>
            <a:off x="1216059" y="-376278"/>
            <a:ext cx="528918" cy="295835"/>
          </a:xfrm>
          <a:prstGeom prst="rect">
            <a:avLst/>
          </a:prstGeom>
          <a:solidFill>
            <a:srgbClr val="5E7AFD"/>
          </a:solidFill>
          <a:ln>
            <a:solidFill>
              <a:srgbClr val="5E7A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EC0E2B-15F9-7E51-3011-CCDD7F5473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0500" y="-228361"/>
            <a:ext cx="2724178" cy="1816120"/>
          </a:xfrm>
          <a:prstGeom prst="rect">
            <a:avLst/>
          </a:prstGeom>
        </p:spPr>
      </p:pic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2372815D-59FC-E33E-82BB-7D8E413AD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9000" y="6525180"/>
            <a:ext cx="2743200" cy="249385"/>
          </a:xfrm>
        </p:spPr>
        <p:txBody>
          <a:bodyPr/>
          <a:lstStyle>
            <a:lvl1pPr>
              <a:defRPr sz="800" b="0" i="0">
                <a:solidFill>
                  <a:schemeClr val="tx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</a:lstStyle>
          <a:p>
            <a:fld id="{9C164DB0-F2AF-914A-B9E8-74CB8108BCA3}" type="slidenum">
              <a:rPr lang="en-AE" smtClean="0"/>
              <a:pPr/>
              <a:t>‹#›</a:t>
            </a:fld>
            <a:endParaRPr lang="en-A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0CB03F-C43F-E84E-23CA-A46183F17B40}"/>
              </a:ext>
            </a:extLst>
          </p:cNvPr>
          <p:cNvSpPr txBox="1"/>
          <p:nvPr userDrawn="1"/>
        </p:nvSpPr>
        <p:spPr>
          <a:xfrm>
            <a:off x="5002620" y="2144985"/>
            <a:ext cx="7537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sz="2000" b="1" i="0" dirty="0">
                <a:latin typeface="Plus Jakarta Sans ExtraBold" pitchFamily="2" charset="77"/>
                <a:cs typeface="Plus Jakarta Sans ExtraBold" pitchFamily="2" charset="77"/>
              </a:rPr>
              <a:t>POV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0FD4D1-B5EC-2C31-2B4D-B1635384FEFC}"/>
              </a:ext>
            </a:extLst>
          </p:cNvPr>
          <p:cNvSpPr txBox="1"/>
          <p:nvPr userDrawn="1"/>
        </p:nvSpPr>
        <p:spPr>
          <a:xfrm>
            <a:off x="5002620" y="2449785"/>
            <a:ext cx="25378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sz="2800" b="1" i="0" dirty="0">
                <a:latin typeface="Plus Jakarta Sans ExtraBold" pitchFamily="2" charset="77"/>
                <a:cs typeface="Plus Jakarta Sans ExtraBold" pitchFamily="2" charset="77"/>
              </a:rPr>
              <a:t>Public Sector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7F0FA5-B082-851F-2285-675BA46C9EE3}"/>
              </a:ext>
            </a:extLst>
          </p:cNvPr>
          <p:cNvSpPr txBox="1"/>
          <p:nvPr userDrawn="1"/>
        </p:nvSpPr>
        <p:spPr>
          <a:xfrm>
            <a:off x="5002620" y="3098266"/>
            <a:ext cx="69195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E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 Light" pitchFamily="2" charset="77"/>
                <a:cs typeface="Plus Jakarta Sans Light" pitchFamily="2" charset="77"/>
              </a:rPr>
              <a:t>The quick brown fox jumped over the lazy sleeping dog. The quick brown fox jumped over the lazy sleeping dog.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E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 Light" pitchFamily="2" charset="77"/>
                <a:cs typeface="Plus Jakarta Sans Light" pitchFamily="2" charset="77"/>
              </a:rPr>
              <a:t>The quick brown fox jumped over the lazy sleeping dog. The quick brown fox jumped over the lazy sleeping dog.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E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 Light" pitchFamily="2" charset="77"/>
                <a:cs typeface="Plus Jakarta Sans Light" pitchFamily="2" charset="77"/>
              </a:rPr>
              <a:t>The quick brown fox jumped over the lazy sleeping dog. </a:t>
            </a:r>
          </a:p>
        </p:txBody>
      </p:sp>
    </p:spTree>
    <p:extLst>
      <p:ext uri="{BB962C8B-B14F-4D97-AF65-F5344CB8AC3E}">
        <p14:creationId xmlns:p14="http://schemas.microsoft.com/office/powerpoint/2010/main" val="4429980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rgbClr val="000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D0FA9631-E94C-F16D-08CB-CD75E4B1569E}"/>
              </a:ext>
            </a:extLst>
          </p:cNvPr>
          <p:cNvSpPr txBox="1">
            <a:spLocks/>
          </p:cNvSpPr>
          <p:nvPr userDrawn="1"/>
        </p:nvSpPr>
        <p:spPr>
          <a:xfrm>
            <a:off x="190500" y="6479709"/>
            <a:ext cx="4114800" cy="2245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AE"/>
            </a:defPPr>
            <a:lvl1pPr marL="0" algn="l" defTabSz="914400" rtl="0" eaLnBrk="1" latinLnBrk="0" hangingPunct="1">
              <a:defRPr sz="900" b="0" i="0" kern="1200">
                <a:solidFill>
                  <a:schemeClr val="tx1"/>
                </a:solidFill>
                <a:latin typeface="Plus Jakarta Sans ExtraLight" pitchFamily="2" charset="77"/>
                <a:ea typeface="+mn-ea"/>
                <a:cs typeface="Plus Jakarta Sans ExtraLight" pitchFamily="2" charset="77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E" sz="800" dirty="0">
                <a:solidFill>
                  <a:schemeClr val="bg1"/>
                </a:solidFill>
              </a:rPr>
              <a:t>Copyright © 2026. All Right Protected &amp;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4392EE-1C26-C4F2-F0A9-3F2409E97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0944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164DB0-F2AF-914A-B9E8-74CB8108BCA3}" type="slidenum">
              <a:rPr lang="en-AE" smtClean="0"/>
              <a:pPr/>
              <a:t>‹#›</a:t>
            </a:fld>
            <a:endParaRPr lang="en-AE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286B32-3D5D-C0AA-7EEA-8707948C92D8}"/>
              </a:ext>
            </a:extLst>
          </p:cNvPr>
          <p:cNvSpPr/>
          <p:nvPr userDrawn="1"/>
        </p:nvSpPr>
        <p:spPr>
          <a:xfrm>
            <a:off x="635892" y="-739588"/>
            <a:ext cx="528918" cy="295835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1F43A7-FC8D-DF2A-F129-D92D96DCC759}"/>
              </a:ext>
            </a:extLst>
          </p:cNvPr>
          <p:cNvSpPr/>
          <p:nvPr userDrawn="1"/>
        </p:nvSpPr>
        <p:spPr>
          <a:xfrm>
            <a:off x="1216059" y="-739588"/>
            <a:ext cx="528918" cy="295835"/>
          </a:xfrm>
          <a:prstGeom prst="rect">
            <a:avLst/>
          </a:prstGeom>
          <a:solidFill>
            <a:srgbClr val="C35BBA"/>
          </a:solidFill>
          <a:ln>
            <a:solidFill>
              <a:srgbClr val="C35B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B78D25-A296-B58D-D909-FE30094DA8CA}"/>
              </a:ext>
            </a:extLst>
          </p:cNvPr>
          <p:cNvSpPr/>
          <p:nvPr userDrawn="1"/>
        </p:nvSpPr>
        <p:spPr>
          <a:xfrm>
            <a:off x="635892" y="-376277"/>
            <a:ext cx="528918" cy="295835"/>
          </a:xfrm>
          <a:prstGeom prst="rect">
            <a:avLst/>
          </a:prstGeom>
          <a:solidFill>
            <a:srgbClr val="865ED9"/>
          </a:solidFill>
          <a:ln>
            <a:solidFill>
              <a:srgbClr val="865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820E98-48A0-E7EC-EC53-576DB56AD9C3}"/>
              </a:ext>
            </a:extLst>
          </p:cNvPr>
          <p:cNvSpPr/>
          <p:nvPr userDrawn="1"/>
        </p:nvSpPr>
        <p:spPr>
          <a:xfrm>
            <a:off x="1216059" y="-376278"/>
            <a:ext cx="528918" cy="295835"/>
          </a:xfrm>
          <a:prstGeom prst="rect">
            <a:avLst/>
          </a:prstGeom>
          <a:solidFill>
            <a:srgbClr val="5E7AFD"/>
          </a:solidFill>
          <a:ln>
            <a:solidFill>
              <a:srgbClr val="5E7A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C2CCC5F-726C-53EA-B291-26077ECBEA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57" t="5056" r="-257" b="16806"/>
          <a:stretch>
            <a:fillRect/>
          </a:stretch>
        </p:blipFill>
        <p:spPr>
          <a:xfrm>
            <a:off x="6094223" y="-1"/>
            <a:ext cx="5839805" cy="685800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97F5111-193C-EB34-ED8A-09039DB1BC0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16410" y="-228361"/>
            <a:ext cx="2724178" cy="1816120"/>
          </a:xfrm>
          <a:prstGeom prst="rect">
            <a:avLst/>
          </a:prstGeom>
        </p:spPr>
      </p:pic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AF1BBD4A-49F0-4F95-D932-831C81CD2EDF}"/>
              </a:ext>
            </a:extLst>
          </p:cNvPr>
          <p:cNvSpPr txBox="1">
            <a:spLocks/>
          </p:cNvSpPr>
          <p:nvPr userDrawn="1"/>
        </p:nvSpPr>
        <p:spPr>
          <a:xfrm>
            <a:off x="9179000" y="6525180"/>
            <a:ext cx="2743200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AE"/>
            </a:defPPr>
            <a:lvl1pPr marL="0" algn="r" defTabSz="914400" rtl="0" eaLnBrk="1" latinLnBrk="0" hangingPunct="1">
              <a:defRPr sz="800" b="0" i="0" kern="1200">
                <a:solidFill>
                  <a:schemeClr val="bg1"/>
                </a:solidFill>
                <a:latin typeface="Plus Jakarta Sans ExtraLight" pitchFamily="2" charset="77"/>
                <a:ea typeface="+mn-ea"/>
                <a:cs typeface="Plus Jakarta Sans ExtraLight" pitchFamily="2" charset="77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164DB0-F2AF-914A-B9E8-74CB8108BCA3}" type="slidenum">
              <a:rPr lang="en-AE" smtClean="0"/>
              <a:pPr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5654337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4D15CB-1E15-6F81-CB15-AF5AE2922F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3832"/>
          <a:stretch>
            <a:fillRect/>
          </a:stretch>
        </p:blipFill>
        <p:spPr>
          <a:xfrm>
            <a:off x="0" y="0"/>
            <a:ext cx="5790426" cy="6872712"/>
          </a:xfrm>
          <a:prstGeom prst="rect">
            <a:avLst/>
          </a:prstGeom>
          <a:ln w="28575" cap="rnd">
            <a:noFill/>
            <a:prstDash val="sysDot"/>
            <a:tailEnd type="oval"/>
          </a:ln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B644752F-BCB4-3B68-C3E9-519ED9DB6F8E}"/>
              </a:ext>
            </a:extLst>
          </p:cNvPr>
          <p:cNvSpPr/>
          <p:nvPr userDrawn="1"/>
        </p:nvSpPr>
        <p:spPr>
          <a:xfrm>
            <a:off x="11444310" y="12700"/>
            <a:ext cx="753732" cy="68463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675A26-D752-4E06-A538-2C7195797AD5}"/>
              </a:ext>
            </a:extLst>
          </p:cNvPr>
          <p:cNvSpPr/>
          <p:nvPr userDrawn="1"/>
        </p:nvSpPr>
        <p:spPr>
          <a:xfrm>
            <a:off x="11656840" y="6356350"/>
            <a:ext cx="557273" cy="516362"/>
          </a:xfrm>
          <a:prstGeom prst="rect">
            <a:avLst/>
          </a:prstGeom>
          <a:gradFill flip="none" rotWithShape="1">
            <a:gsLst>
              <a:gs pos="85000">
                <a:srgbClr val="DF6A8F"/>
              </a:gs>
              <a:gs pos="0">
                <a:srgbClr val="5E7AFD"/>
              </a:gs>
              <a:gs pos="61000">
                <a:srgbClr val="C35BBA"/>
              </a:gs>
              <a:gs pos="37000">
                <a:srgbClr val="865ED9"/>
              </a:gs>
              <a:gs pos="100000">
                <a:srgbClr val="FC795F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3C0A53-42F8-3DED-A9D4-942514EDC003}"/>
              </a:ext>
            </a:extLst>
          </p:cNvPr>
          <p:cNvSpPr/>
          <p:nvPr userDrawn="1"/>
        </p:nvSpPr>
        <p:spPr>
          <a:xfrm>
            <a:off x="4517831" y="12700"/>
            <a:ext cx="7125224" cy="68463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304800" dist="165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D0FA9631-E94C-F16D-08CB-CD75E4B1569E}"/>
              </a:ext>
            </a:extLst>
          </p:cNvPr>
          <p:cNvSpPr txBox="1">
            <a:spLocks/>
          </p:cNvSpPr>
          <p:nvPr userDrawn="1"/>
        </p:nvSpPr>
        <p:spPr>
          <a:xfrm>
            <a:off x="190500" y="6479709"/>
            <a:ext cx="4114800" cy="2245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AE"/>
            </a:defPPr>
            <a:lvl1pPr marL="0" algn="l" defTabSz="914400" rtl="0" eaLnBrk="1" latinLnBrk="0" hangingPunct="1">
              <a:defRPr sz="900" b="0" i="0" kern="1200">
                <a:solidFill>
                  <a:schemeClr val="tx1"/>
                </a:solidFill>
                <a:latin typeface="Plus Jakarta Sans ExtraLight" pitchFamily="2" charset="77"/>
                <a:ea typeface="+mn-ea"/>
                <a:cs typeface="Plus Jakarta Sans ExtraLight" pitchFamily="2" charset="77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E" sz="800" dirty="0">
                <a:solidFill>
                  <a:schemeClr val="bg1"/>
                </a:solidFill>
              </a:rPr>
              <a:t>Copyright © 2026. All Right Protected &amp; Reserved.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286B32-3D5D-C0AA-7EEA-8707948C92D8}"/>
              </a:ext>
            </a:extLst>
          </p:cNvPr>
          <p:cNvSpPr/>
          <p:nvPr userDrawn="1"/>
        </p:nvSpPr>
        <p:spPr>
          <a:xfrm>
            <a:off x="635892" y="-739588"/>
            <a:ext cx="528918" cy="295835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1F43A7-FC8D-DF2A-F129-D92D96DCC759}"/>
              </a:ext>
            </a:extLst>
          </p:cNvPr>
          <p:cNvSpPr/>
          <p:nvPr userDrawn="1"/>
        </p:nvSpPr>
        <p:spPr>
          <a:xfrm>
            <a:off x="1216059" y="-739588"/>
            <a:ext cx="528918" cy="295835"/>
          </a:xfrm>
          <a:prstGeom prst="rect">
            <a:avLst/>
          </a:prstGeom>
          <a:solidFill>
            <a:srgbClr val="C35BBA"/>
          </a:solidFill>
          <a:ln>
            <a:solidFill>
              <a:srgbClr val="C35B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B78D25-A296-B58D-D909-FE30094DA8CA}"/>
              </a:ext>
            </a:extLst>
          </p:cNvPr>
          <p:cNvSpPr/>
          <p:nvPr userDrawn="1"/>
        </p:nvSpPr>
        <p:spPr>
          <a:xfrm>
            <a:off x="635892" y="-376277"/>
            <a:ext cx="528918" cy="295835"/>
          </a:xfrm>
          <a:prstGeom prst="rect">
            <a:avLst/>
          </a:prstGeom>
          <a:solidFill>
            <a:srgbClr val="865ED9"/>
          </a:solidFill>
          <a:ln>
            <a:solidFill>
              <a:srgbClr val="865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820E98-48A0-E7EC-EC53-576DB56AD9C3}"/>
              </a:ext>
            </a:extLst>
          </p:cNvPr>
          <p:cNvSpPr/>
          <p:nvPr userDrawn="1"/>
        </p:nvSpPr>
        <p:spPr>
          <a:xfrm>
            <a:off x="1216059" y="-376278"/>
            <a:ext cx="528918" cy="295835"/>
          </a:xfrm>
          <a:prstGeom prst="rect">
            <a:avLst/>
          </a:prstGeom>
          <a:solidFill>
            <a:srgbClr val="5E7AFD"/>
          </a:solidFill>
          <a:ln>
            <a:solidFill>
              <a:srgbClr val="5E7A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31F141-BF62-FBBA-19C7-5E40177F9ED7}"/>
              </a:ext>
            </a:extLst>
          </p:cNvPr>
          <p:cNvSpPr txBox="1"/>
          <p:nvPr userDrawn="1"/>
        </p:nvSpPr>
        <p:spPr>
          <a:xfrm>
            <a:off x="9157365" y="539382"/>
            <a:ext cx="21964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sz="3200" b="1" i="0" dirty="0">
                <a:latin typeface="Plus Jakarta Sans ExtraBold" pitchFamily="2" charset="77"/>
                <a:cs typeface="Plus Jakarta Sans ExtraBold" pitchFamily="2" charset="77"/>
              </a:rPr>
              <a:t>Team Bios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3B8516-D32A-2DC3-05A6-4AAEFE2F0B12}"/>
              </a:ext>
            </a:extLst>
          </p:cNvPr>
          <p:cNvSpPr/>
          <p:nvPr userDrawn="1"/>
        </p:nvSpPr>
        <p:spPr>
          <a:xfrm>
            <a:off x="4216400" y="1670071"/>
            <a:ext cx="1041400" cy="1036686"/>
          </a:xfrm>
          <a:prstGeom prst="rect">
            <a:avLst/>
          </a:prstGeom>
          <a:gradFill flip="none" rotWithShape="1">
            <a:gsLst>
              <a:gs pos="0">
                <a:srgbClr val="5E7AFD"/>
              </a:gs>
              <a:gs pos="43000">
                <a:srgbClr val="865ED9"/>
              </a:gs>
              <a:gs pos="100000">
                <a:srgbClr val="FC795F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DDDEB6-3B79-A9A4-0DE2-4A309C94DA15}"/>
              </a:ext>
            </a:extLst>
          </p:cNvPr>
          <p:cNvSpPr txBox="1"/>
          <p:nvPr userDrawn="1"/>
        </p:nvSpPr>
        <p:spPr>
          <a:xfrm>
            <a:off x="4341672" y="1545007"/>
            <a:ext cx="790856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E" sz="11500" b="1" i="0" dirty="0">
                <a:solidFill>
                  <a:schemeClr val="tx1"/>
                </a:solidFill>
                <a:latin typeface="Plus Jakarta Sans ExtraBold" pitchFamily="2" charset="77"/>
                <a:cs typeface="Plus Jakarta Sans ExtraBold" pitchFamily="2" charset="77"/>
              </a:rPr>
              <a:t>“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6E09DF-DA1E-E43C-78DD-CCF70A86244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0500" y="-228361"/>
            <a:ext cx="2724178" cy="1816120"/>
          </a:xfrm>
          <a:prstGeom prst="rect">
            <a:avLst/>
          </a:prstGeom>
        </p:spPr>
      </p:pic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42D71575-9875-FF54-DA4C-8B6D61CFE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87114" y="6525180"/>
            <a:ext cx="2743200" cy="249385"/>
          </a:xfrm>
        </p:spPr>
        <p:txBody>
          <a:bodyPr/>
          <a:lstStyle>
            <a:lvl1pPr>
              <a:defRPr sz="800" b="0" i="0">
                <a:solidFill>
                  <a:schemeClr val="tx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</a:lstStyle>
          <a:p>
            <a:fld id="{9C164DB0-F2AF-914A-B9E8-74CB8108BCA3}" type="slidenum">
              <a:rPr lang="en-AE" smtClean="0"/>
              <a:pPr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722860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7431BC3-B1AC-9964-4986-CB74FDCC121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5444"/>
          <a:stretch>
            <a:fillRect/>
          </a:stretch>
        </p:blipFill>
        <p:spPr>
          <a:xfrm>
            <a:off x="0" y="0"/>
            <a:ext cx="12192000" cy="6872712"/>
          </a:xfrm>
          <a:prstGeom prst="rect">
            <a:avLst/>
          </a:prstGeom>
          <a:ln w="28575" cap="rnd">
            <a:noFill/>
            <a:prstDash val="sysDot"/>
            <a:tailEnd type="oval"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E32B302-DA02-8196-8B47-F28AC4E297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98022" y="-228361"/>
            <a:ext cx="2724178" cy="18161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A4F8AB-E047-AABE-D395-4544FE75913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09487" y="7132931"/>
            <a:ext cx="53778228" cy="23638776"/>
          </a:xfrm>
          <a:prstGeom prst="rect">
            <a:avLst/>
          </a:prstGeom>
        </p:spPr>
      </p:pic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D0FA9631-E94C-F16D-08CB-CD75E4B1569E}"/>
              </a:ext>
            </a:extLst>
          </p:cNvPr>
          <p:cNvSpPr txBox="1">
            <a:spLocks/>
          </p:cNvSpPr>
          <p:nvPr userDrawn="1"/>
        </p:nvSpPr>
        <p:spPr>
          <a:xfrm>
            <a:off x="190500" y="6479709"/>
            <a:ext cx="4114800" cy="2245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AE"/>
            </a:defPPr>
            <a:lvl1pPr marL="0" algn="l" defTabSz="914400" rtl="0" eaLnBrk="1" latinLnBrk="0" hangingPunct="1">
              <a:defRPr sz="900" b="0" i="0" kern="1200">
                <a:solidFill>
                  <a:schemeClr val="tx1"/>
                </a:solidFill>
                <a:latin typeface="Plus Jakarta Sans ExtraLight" pitchFamily="2" charset="77"/>
                <a:ea typeface="+mn-ea"/>
                <a:cs typeface="Plus Jakarta Sans ExtraLight" pitchFamily="2" charset="77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E" sz="800" dirty="0">
                <a:solidFill>
                  <a:schemeClr val="bg1"/>
                </a:solidFill>
              </a:rPr>
              <a:t>Copyright © 2026. All Right Protected &amp; Reserved.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286B32-3D5D-C0AA-7EEA-8707948C92D8}"/>
              </a:ext>
            </a:extLst>
          </p:cNvPr>
          <p:cNvSpPr/>
          <p:nvPr userDrawn="1"/>
        </p:nvSpPr>
        <p:spPr>
          <a:xfrm>
            <a:off x="635892" y="-739588"/>
            <a:ext cx="528918" cy="295835"/>
          </a:xfrm>
          <a:prstGeom prst="rect">
            <a:avLst/>
          </a:prstGeom>
          <a:solidFill>
            <a:srgbClr val="FC795F"/>
          </a:solidFill>
          <a:ln>
            <a:solidFill>
              <a:srgbClr val="FD7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1F43A7-FC8D-DF2A-F129-D92D96DCC759}"/>
              </a:ext>
            </a:extLst>
          </p:cNvPr>
          <p:cNvSpPr/>
          <p:nvPr userDrawn="1"/>
        </p:nvSpPr>
        <p:spPr>
          <a:xfrm>
            <a:off x="1216059" y="-739588"/>
            <a:ext cx="528918" cy="295835"/>
          </a:xfrm>
          <a:prstGeom prst="rect">
            <a:avLst/>
          </a:prstGeom>
          <a:solidFill>
            <a:srgbClr val="C35BBA"/>
          </a:solidFill>
          <a:ln>
            <a:solidFill>
              <a:srgbClr val="C35B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B78D25-A296-B58D-D909-FE30094DA8CA}"/>
              </a:ext>
            </a:extLst>
          </p:cNvPr>
          <p:cNvSpPr/>
          <p:nvPr userDrawn="1"/>
        </p:nvSpPr>
        <p:spPr>
          <a:xfrm>
            <a:off x="635892" y="-376277"/>
            <a:ext cx="528918" cy="295835"/>
          </a:xfrm>
          <a:prstGeom prst="rect">
            <a:avLst/>
          </a:prstGeom>
          <a:solidFill>
            <a:srgbClr val="865ED9"/>
          </a:solidFill>
          <a:ln>
            <a:solidFill>
              <a:srgbClr val="865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820E98-48A0-E7EC-EC53-576DB56AD9C3}"/>
              </a:ext>
            </a:extLst>
          </p:cNvPr>
          <p:cNvSpPr/>
          <p:nvPr userDrawn="1"/>
        </p:nvSpPr>
        <p:spPr>
          <a:xfrm>
            <a:off x="1216059" y="-376278"/>
            <a:ext cx="528918" cy="295835"/>
          </a:xfrm>
          <a:prstGeom prst="rect">
            <a:avLst/>
          </a:prstGeom>
          <a:solidFill>
            <a:srgbClr val="5E7AFD"/>
          </a:solidFill>
          <a:ln>
            <a:solidFill>
              <a:srgbClr val="5E7A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74409FA-9B1E-1F22-2EDE-AFC396BB459D}"/>
              </a:ext>
            </a:extLst>
          </p:cNvPr>
          <p:cNvSpPr/>
          <p:nvPr userDrawn="1"/>
        </p:nvSpPr>
        <p:spPr>
          <a:xfrm>
            <a:off x="1569720" y="1473445"/>
            <a:ext cx="9052560" cy="4217212"/>
          </a:xfrm>
          <a:prstGeom prst="roundRect">
            <a:avLst>
              <a:gd name="adj" fmla="val 5826"/>
            </a:avLst>
          </a:prstGeom>
          <a:solidFill>
            <a:srgbClr val="000535">
              <a:alpha val="57000"/>
            </a:srgbClr>
          </a:solidFill>
          <a:ln>
            <a:gradFill flip="none" rotWithShape="1">
              <a:gsLst>
                <a:gs pos="85988">
                  <a:srgbClr val="5E7AFD"/>
                </a:gs>
                <a:gs pos="46005">
                  <a:srgbClr val="B364B3"/>
                </a:gs>
                <a:gs pos="0">
                  <a:srgbClr val="5E7AFD"/>
                </a:gs>
                <a:gs pos="24000">
                  <a:srgbClr val="DF6A8F"/>
                </a:gs>
                <a:gs pos="69000">
                  <a:srgbClr val="865ED9"/>
                </a:gs>
                <a:gs pos="100000">
                  <a:srgbClr val="FC795F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E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233E253-16FB-7EFF-DE15-E2690B48B03F}"/>
              </a:ext>
            </a:extLst>
          </p:cNvPr>
          <p:cNvSpPr/>
          <p:nvPr userDrawn="1"/>
        </p:nvSpPr>
        <p:spPr>
          <a:xfrm rot="900000">
            <a:off x="5524775" y="890121"/>
            <a:ext cx="1166649" cy="1166649"/>
          </a:xfrm>
          <a:prstGeom prst="ellipse">
            <a:avLst/>
          </a:prstGeom>
          <a:solidFill>
            <a:schemeClr val="bg1">
              <a:alpha val="93000"/>
            </a:schemeClr>
          </a:solidFill>
          <a:ln>
            <a:gradFill flip="none" rotWithShape="1">
              <a:gsLst>
                <a:gs pos="85988">
                  <a:srgbClr val="5E7AFD"/>
                </a:gs>
                <a:gs pos="46005">
                  <a:srgbClr val="B364B3"/>
                </a:gs>
                <a:gs pos="0">
                  <a:srgbClr val="5E7AFD"/>
                </a:gs>
                <a:gs pos="24000">
                  <a:srgbClr val="DF6A8F"/>
                </a:gs>
                <a:gs pos="69000">
                  <a:srgbClr val="865ED9"/>
                </a:gs>
                <a:gs pos="100000">
                  <a:srgbClr val="FC795F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E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D40713-92AE-7505-9F0B-1F18761E5BC4}"/>
              </a:ext>
            </a:extLst>
          </p:cNvPr>
          <p:cNvSpPr txBox="1"/>
          <p:nvPr userDrawn="1"/>
        </p:nvSpPr>
        <p:spPr>
          <a:xfrm>
            <a:off x="5712671" y="823151"/>
            <a:ext cx="790856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E" sz="11500" b="1" i="0" dirty="0">
                <a:solidFill>
                  <a:srgbClr val="000535"/>
                </a:solidFill>
                <a:latin typeface="Plus Jakarta Sans ExtraBold" pitchFamily="2" charset="77"/>
                <a:cs typeface="Plus Jakarta Sans ExtraBold" pitchFamily="2" charset="77"/>
              </a:rPr>
              <a:t>“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86474BDA-6298-5446-5B86-7D40326B3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9000" y="6525180"/>
            <a:ext cx="2743200" cy="249385"/>
          </a:xfrm>
        </p:spPr>
        <p:txBody>
          <a:bodyPr/>
          <a:lstStyle>
            <a:lvl1pPr>
              <a:defRPr sz="800" b="0" i="0">
                <a:solidFill>
                  <a:schemeClr val="bg1"/>
                </a:solidFill>
                <a:latin typeface="Plus Jakarta Sans ExtraLight" pitchFamily="2" charset="77"/>
                <a:cs typeface="Plus Jakarta Sans ExtraLight" pitchFamily="2" charset="77"/>
              </a:defRPr>
            </a:lvl1pPr>
          </a:lstStyle>
          <a:p>
            <a:fld id="{9C164DB0-F2AF-914A-B9E8-74CB8108BCA3}" type="slidenum">
              <a:rPr lang="en-AE" smtClean="0"/>
              <a:pPr/>
              <a:t>‹#›</a:t>
            </a:fld>
            <a:endParaRPr lang="en-AE" sz="800"/>
          </a:p>
        </p:txBody>
      </p:sp>
    </p:spTree>
    <p:extLst>
      <p:ext uri="{BB962C8B-B14F-4D97-AF65-F5344CB8AC3E}">
        <p14:creationId xmlns:p14="http://schemas.microsoft.com/office/powerpoint/2010/main" val="21655929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DCA1074-0FD2-9D12-FD59-E692DDD47D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823"/>
            <a:ext cx="12195244" cy="68561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7351A9-6B36-6C0E-EFDB-5B8319CAB35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0500" y="-228361"/>
            <a:ext cx="2724178" cy="18161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D9BEBBD-152A-E085-88C0-07C6D388D0F8}"/>
              </a:ext>
            </a:extLst>
          </p:cNvPr>
          <p:cNvSpPr txBox="1"/>
          <p:nvPr userDrawn="1"/>
        </p:nvSpPr>
        <p:spPr>
          <a:xfrm>
            <a:off x="4121239" y="6375042"/>
            <a:ext cx="4610558" cy="369332"/>
          </a:xfrm>
          <a:prstGeom prst="rect">
            <a:avLst/>
          </a:prstGeom>
          <a:solidFill>
            <a:srgbClr val="01061D">
              <a:alpha val="77791"/>
            </a:srgbClr>
          </a:solidFill>
        </p:spPr>
        <p:txBody>
          <a:bodyPr wrap="none" rtlCol="0">
            <a:spAutoFit/>
          </a:bodyPr>
          <a:lstStyle>
            <a:defPPr>
              <a:defRPr lang="en-AE"/>
            </a:defPPr>
            <a:lvl1pPr lvl="0" algn="ctr">
              <a:defRPr b="0" i="0">
                <a:gradFill>
                  <a:gsLst>
                    <a:gs pos="0">
                      <a:srgbClr val="F245AF"/>
                    </a:gs>
                    <a:gs pos="8000">
                      <a:srgbClr val="FC795F"/>
                    </a:gs>
                    <a:gs pos="100000">
                      <a:srgbClr val="5E7AFE"/>
                    </a:gs>
                  </a:gsLst>
                  <a:lin ang="0" scaled="1"/>
                </a:gradFill>
                <a:latin typeface="Plus Jakarta Sans ExtraLight" pitchFamily="2" charset="77"/>
                <a:cs typeface="Plus Jakarta Sans ExtraLight" pitchFamily="2" charset="77"/>
              </a:defRPr>
            </a:lvl1pPr>
          </a:lstStyle>
          <a:p>
            <a:pPr lvl="0"/>
            <a:r>
              <a:rPr lang="en-AE" b="1" dirty="0"/>
              <a:t>Abu</a:t>
            </a:r>
            <a:r>
              <a:rPr lang="en-AE" dirty="0"/>
              <a:t> </a:t>
            </a:r>
            <a:r>
              <a:rPr lang="en-AE" b="1" dirty="0"/>
              <a:t>Dhabi</a:t>
            </a:r>
            <a:r>
              <a:rPr lang="en-AE" dirty="0"/>
              <a:t>    |  Dubai    |     Riyadh     |    Istanbul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FE705F-0800-01AF-B7E2-ECE046CB1EC9}"/>
              </a:ext>
            </a:extLst>
          </p:cNvPr>
          <p:cNvSpPr/>
          <p:nvPr userDrawn="1"/>
        </p:nvSpPr>
        <p:spPr>
          <a:xfrm>
            <a:off x="7453326" y="2506926"/>
            <a:ext cx="128788" cy="128788"/>
          </a:xfrm>
          <a:prstGeom prst="ellipse">
            <a:avLst/>
          </a:prstGeom>
          <a:solidFill>
            <a:schemeClr val="bg1"/>
          </a:solidFill>
          <a:ln w="76200">
            <a:solidFill>
              <a:srgbClr val="FD379D">
                <a:alpha val="38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9098824-170E-45B4-0842-159208049CC7}"/>
              </a:ext>
            </a:extLst>
          </p:cNvPr>
          <p:cNvSpPr/>
          <p:nvPr userDrawn="1"/>
        </p:nvSpPr>
        <p:spPr>
          <a:xfrm>
            <a:off x="7592847" y="2453262"/>
            <a:ext cx="128788" cy="128788"/>
          </a:xfrm>
          <a:prstGeom prst="ellipse">
            <a:avLst/>
          </a:prstGeom>
          <a:solidFill>
            <a:schemeClr val="bg1"/>
          </a:solidFill>
          <a:ln w="76200">
            <a:solidFill>
              <a:srgbClr val="FD379D">
                <a:alpha val="38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A05532B-BB1C-800D-1D92-A41832145B38}"/>
              </a:ext>
            </a:extLst>
          </p:cNvPr>
          <p:cNvSpPr/>
          <p:nvPr userDrawn="1"/>
        </p:nvSpPr>
        <p:spPr>
          <a:xfrm>
            <a:off x="6998273" y="2541267"/>
            <a:ext cx="128788" cy="128788"/>
          </a:xfrm>
          <a:prstGeom prst="ellipse">
            <a:avLst/>
          </a:prstGeom>
          <a:solidFill>
            <a:schemeClr val="bg1"/>
          </a:solidFill>
          <a:ln w="76200">
            <a:solidFill>
              <a:srgbClr val="FD379D">
                <a:alpha val="38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2D3ED86-0DB5-6607-B58A-D248EEB6D4F2}"/>
              </a:ext>
            </a:extLst>
          </p:cNvPr>
          <p:cNvSpPr/>
          <p:nvPr userDrawn="1"/>
        </p:nvSpPr>
        <p:spPr>
          <a:xfrm>
            <a:off x="5875666" y="1508811"/>
            <a:ext cx="128788" cy="128788"/>
          </a:xfrm>
          <a:prstGeom prst="ellipse">
            <a:avLst/>
          </a:prstGeom>
          <a:solidFill>
            <a:schemeClr val="bg1"/>
          </a:solidFill>
          <a:ln w="76200">
            <a:solidFill>
              <a:srgbClr val="FD379D">
                <a:alpha val="38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061272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ECF0B0-85CB-C50C-2700-E20EB5D5B3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43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7351A9-6B36-6C0E-EFDB-5B8319CAB35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0500" y="-228361"/>
            <a:ext cx="2724178" cy="18161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D9BEBBD-152A-E085-88C0-07C6D388D0F8}"/>
              </a:ext>
            </a:extLst>
          </p:cNvPr>
          <p:cNvSpPr txBox="1"/>
          <p:nvPr userDrawn="1"/>
        </p:nvSpPr>
        <p:spPr>
          <a:xfrm>
            <a:off x="4121239" y="6375042"/>
            <a:ext cx="4610558" cy="369332"/>
          </a:xfrm>
          <a:prstGeom prst="rect">
            <a:avLst/>
          </a:prstGeom>
          <a:solidFill>
            <a:srgbClr val="01061D">
              <a:alpha val="77791"/>
            </a:srgbClr>
          </a:solidFill>
        </p:spPr>
        <p:txBody>
          <a:bodyPr wrap="none" rtlCol="0">
            <a:spAutoFit/>
          </a:bodyPr>
          <a:lstStyle>
            <a:defPPr>
              <a:defRPr lang="en-AE"/>
            </a:defPPr>
            <a:lvl1pPr lvl="0" algn="ctr">
              <a:defRPr b="0" i="0">
                <a:gradFill>
                  <a:gsLst>
                    <a:gs pos="0">
                      <a:srgbClr val="F245AF"/>
                    </a:gs>
                    <a:gs pos="8000">
                      <a:srgbClr val="FC795F"/>
                    </a:gs>
                    <a:gs pos="100000">
                      <a:srgbClr val="5E7AFE"/>
                    </a:gs>
                  </a:gsLst>
                  <a:lin ang="0" scaled="1"/>
                </a:gradFill>
                <a:latin typeface="Plus Jakarta Sans ExtraLight" pitchFamily="2" charset="77"/>
                <a:cs typeface="Plus Jakarta Sans ExtraLight" pitchFamily="2" charset="77"/>
              </a:defRPr>
            </a:lvl1pPr>
          </a:lstStyle>
          <a:p>
            <a:pPr lvl="0"/>
            <a:r>
              <a:rPr lang="en-AE" b="1" dirty="0"/>
              <a:t>Dubai</a:t>
            </a:r>
            <a:r>
              <a:rPr lang="en-AE" dirty="0"/>
              <a:t>    |  Abu Dhabi    |     Riyadh     |    Istanbul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FE705F-0800-01AF-B7E2-ECE046CB1EC9}"/>
              </a:ext>
            </a:extLst>
          </p:cNvPr>
          <p:cNvSpPr/>
          <p:nvPr userDrawn="1"/>
        </p:nvSpPr>
        <p:spPr>
          <a:xfrm>
            <a:off x="7453326" y="2532684"/>
            <a:ext cx="128788" cy="128788"/>
          </a:xfrm>
          <a:prstGeom prst="ellipse">
            <a:avLst/>
          </a:prstGeom>
          <a:solidFill>
            <a:schemeClr val="bg1"/>
          </a:solidFill>
          <a:ln w="76200">
            <a:solidFill>
              <a:srgbClr val="FD379D">
                <a:alpha val="38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9098824-170E-45B4-0842-159208049CC7}"/>
              </a:ext>
            </a:extLst>
          </p:cNvPr>
          <p:cNvSpPr/>
          <p:nvPr userDrawn="1"/>
        </p:nvSpPr>
        <p:spPr>
          <a:xfrm>
            <a:off x="7592847" y="2479020"/>
            <a:ext cx="128788" cy="128788"/>
          </a:xfrm>
          <a:prstGeom prst="ellipse">
            <a:avLst/>
          </a:prstGeom>
          <a:solidFill>
            <a:schemeClr val="bg1"/>
          </a:solidFill>
          <a:ln w="76200">
            <a:solidFill>
              <a:srgbClr val="FD379D">
                <a:alpha val="38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A05532B-BB1C-800D-1D92-A41832145B38}"/>
              </a:ext>
            </a:extLst>
          </p:cNvPr>
          <p:cNvSpPr/>
          <p:nvPr userDrawn="1"/>
        </p:nvSpPr>
        <p:spPr>
          <a:xfrm>
            <a:off x="6998273" y="2541267"/>
            <a:ext cx="128788" cy="128788"/>
          </a:xfrm>
          <a:prstGeom prst="ellipse">
            <a:avLst/>
          </a:prstGeom>
          <a:solidFill>
            <a:schemeClr val="bg1"/>
          </a:solidFill>
          <a:ln w="76200">
            <a:solidFill>
              <a:srgbClr val="FD379D">
                <a:alpha val="38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2D3ED86-0DB5-6607-B58A-D248EEB6D4F2}"/>
              </a:ext>
            </a:extLst>
          </p:cNvPr>
          <p:cNvSpPr/>
          <p:nvPr userDrawn="1"/>
        </p:nvSpPr>
        <p:spPr>
          <a:xfrm>
            <a:off x="5837029" y="1508811"/>
            <a:ext cx="128788" cy="128788"/>
          </a:xfrm>
          <a:prstGeom prst="ellipse">
            <a:avLst/>
          </a:prstGeom>
          <a:solidFill>
            <a:schemeClr val="bg1"/>
          </a:solidFill>
          <a:ln w="76200">
            <a:solidFill>
              <a:srgbClr val="FD379D">
                <a:alpha val="38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6051913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E6C7BC-8E8B-25DB-1661-A024C02AB8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44" y="-1"/>
            <a:ext cx="12186955" cy="68515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7351A9-6B36-6C0E-EFDB-5B8319CAB35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0500" y="-228361"/>
            <a:ext cx="2724178" cy="18161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D9BEBBD-152A-E085-88C0-07C6D388D0F8}"/>
              </a:ext>
            </a:extLst>
          </p:cNvPr>
          <p:cNvSpPr txBox="1"/>
          <p:nvPr userDrawn="1"/>
        </p:nvSpPr>
        <p:spPr>
          <a:xfrm>
            <a:off x="4121241" y="6375042"/>
            <a:ext cx="4610558" cy="369332"/>
          </a:xfrm>
          <a:prstGeom prst="rect">
            <a:avLst/>
          </a:prstGeom>
          <a:solidFill>
            <a:srgbClr val="01061D">
              <a:alpha val="77791"/>
            </a:srgb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AE" b="1" i="0" dirty="0">
                <a:gradFill>
                  <a:gsLst>
                    <a:gs pos="0">
                      <a:srgbClr val="F245AF"/>
                    </a:gs>
                    <a:gs pos="8000">
                      <a:srgbClr val="FC795F"/>
                    </a:gs>
                    <a:gs pos="100000">
                      <a:srgbClr val="5E7AFE"/>
                    </a:gs>
                  </a:gsLst>
                  <a:lin ang="0" scaled="1"/>
                </a:gradFill>
                <a:latin typeface="Plus Jakarta Sans ExtraLight" pitchFamily="2" charset="77"/>
                <a:cs typeface="Plus Jakarta Sans ExtraLight" pitchFamily="2" charset="77"/>
              </a:rPr>
              <a:t>Riyadh</a:t>
            </a:r>
            <a:r>
              <a:rPr lang="en-AE" b="0" i="0" dirty="0">
                <a:gradFill>
                  <a:gsLst>
                    <a:gs pos="0">
                      <a:srgbClr val="F245AF"/>
                    </a:gs>
                    <a:gs pos="8000">
                      <a:srgbClr val="FC795F"/>
                    </a:gs>
                    <a:gs pos="100000">
                      <a:srgbClr val="5E7AFE"/>
                    </a:gs>
                  </a:gsLst>
                  <a:lin ang="0" scaled="1"/>
                </a:gradFill>
                <a:latin typeface="Plus Jakarta Sans ExtraLight" pitchFamily="2" charset="77"/>
                <a:cs typeface="Plus Jakarta Sans ExtraLight" pitchFamily="2" charset="77"/>
              </a:rPr>
              <a:t>    |  Abu Dhabi    |     Dubai     |    Istanbul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FE705F-0800-01AF-B7E2-ECE046CB1EC9}"/>
              </a:ext>
            </a:extLst>
          </p:cNvPr>
          <p:cNvSpPr/>
          <p:nvPr userDrawn="1"/>
        </p:nvSpPr>
        <p:spPr>
          <a:xfrm>
            <a:off x="7826813" y="3176631"/>
            <a:ext cx="128788" cy="128788"/>
          </a:xfrm>
          <a:prstGeom prst="ellipse">
            <a:avLst/>
          </a:prstGeom>
          <a:solidFill>
            <a:schemeClr val="bg1"/>
          </a:solidFill>
          <a:ln w="76200">
            <a:solidFill>
              <a:srgbClr val="FD379D">
                <a:alpha val="38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9098824-170E-45B4-0842-159208049CC7}"/>
              </a:ext>
            </a:extLst>
          </p:cNvPr>
          <p:cNvSpPr/>
          <p:nvPr userDrawn="1"/>
        </p:nvSpPr>
        <p:spPr>
          <a:xfrm>
            <a:off x="7966334" y="3122967"/>
            <a:ext cx="128788" cy="128788"/>
          </a:xfrm>
          <a:prstGeom prst="ellipse">
            <a:avLst/>
          </a:prstGeom>
          <a:solidFill>
            <a:schemeClr val="bg1"/>
          </a:solidFill>
          <a:ln w="76200">
            <a:solidFill>
              <a:srgbClr val="FD379D">
                <a:alpha val="38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A05532B-BB1C-800D-1D92-A41832145B38}"/>
              </a:ext>
            </a:extLst>
          </p:cNvPr>
          <p:cNvSpPr/>
          <p:nvPr userDrawn="1"/>
        </p:nvSpPr>
        <p:spPr>
          <a:xfrm>
            <a:off x="7178575" y="3185214"/>
            <a:ext cx="128788" cy="128788"/>
          </a:xfrm>
          <a:prstGeom prst="ellipse">
            <a:avLst/>
          </a:prstGeom>
          <a:solidFill>
            <a:schemeClr val="bg1"/>
          </a:solidFill>
          <a:ln w="76200">
            <a:solidFill>
              <a:srgbClr val="FD379D">
                <a:alpha val="38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2D3ED86-0DB5-6607-B58A-D248EEB6D4F2}"/>
              </a:ext>
            </a:extLst>
          </p:cNvPr>
          <p:cNvSpPr/>
          <p:nvPr userDrawn="1"/>
        </p:nvSpPr>
        <p:spPr>
          <a:xfrm>
            <a:off x="5721118" y="1753512"/>
            <a:ext cx="128788" cy="128788"/>
          </a:xfrm>
          <a:prstGeom prst="ellipse">
            <a:avLst/>
          </a:prstGeom>
          <a:solidFill>
            <a:schemeClr val="bg1"/>
          </a:solidFill>
          <a:ln w="76200">
            <a:solidFill>
              <a:srgbClr val="FD379D">
                <a:alpha val="38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766769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DE66C1B-BD5D-8823-F7A4-F33DF335BF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656" y="0"/>
            <a:ext cx="12163343" cy="6838242"/>
          </a:xfrm>
          <a:prstGeom prst="rect">
            <a:avLst/>
          </a:prstGeom>
          <a:solidFill>
            <a:srgbClr val="01061D">
              <a:alpha val="77791"/>
            </a:srgbClr>
          </a:solidFill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7351A9-6B36-6C0E-EFDB-5B8319CAB35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0500" y="-228361"/>
            <a:ext cx="2724178" cy="18161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D9BEBBD-152A-E085-88C0-07C6D388D0F8}"/>
              </a:ext>
            </a:extLst>
          </p:cNvPr>
          <p:cNvSpPr txBox="1"/>
          <p:nvPr userDrawn="1"/>
        </p:nvSpPr>
        <p:spPr>
          <a:xfrm>
            <a:off x="4121242" y="6375042"/>
            <a:ext cx="4610558" cy="369332"/>
          </a:xfrm>
          <a:prstGeom prst="rect">
            <a:avLst/>
          </a:prstGeom>
          <a:solidFill>
            <a:srgbClr val="01061D">
              <a:alpha val="77791"/>
            </a:srgbClr>
          </a:solidFill>
        </p:spPr>
        <p:txBody>
          <a:bodyPr wrap="none" rtlCol="0">
            <a:spAutoFit/>
          </a:bodyPr>
          <a:lstStyle>
            <a:defPPr>
              <a:defRPr lang="en-AE"/>
            </a:defPPr>
            <a:lvl1pPr algn="ctr">
              <a:defRPr b="0" i="0">
                <a:gradFill>
                  <a:gsLst>
                    <a:gs pos="0">
                      <a:srgbClr val="F245AF"/>
                    </a:gs>
                    <a:gs pos="8000">
                      <a:srgbClr val="FC795F"/>
                    </a:gs>
                    <a:gs pos="100000">
                      <a:srgbClr val="5E7AFE"/>
                    </a:gs>
                  </a:gsLst>
                  <a:lin ang="0" scaled="1"/>
                </a:gradFill>
                <a:latin typeface="Plus Jakarta Sans ExtraLight" pitchFamily="2" charset="77"/>
                <a:cs typeface="Plus Jakarta Sans ExtraLight" pitchFamily="2" charset="77"/>
              </a:defRPr>
            </a:lvl1pPr>
          </a:lstStyle>
          <a:p>
            <a:pPr lvl="0"/>
            <a:r>
              <a:rPr lang="en-AE" b="1" dirty="0"/>
              <a:t>Istanbul</a:t>
            </a:r>
            <a:r>
              <a:rPr lang="en-AE" dirty="0"/>
              <a:t>    |  Abu Dhabi    |     Dubai     |    Riyadh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FE705F-0800-01AF-B7E2-ECE046CB1EC9}"/>
              </a:ext>
            </a:extLst>
          </p:cNvPr>
          <p:cNvSpPr/>
          <p:nvPr userDrawn="1"/>
        </p:nvSpPr>
        <p:spPr>
          <a:xfrm>
            <a:off x="8393486" y="3666027"/>
            <a:ext cx="128788" cy="128788"/>
          </a:xfrm>
          <a:prstGeom prst="ellipse">
            <a:avLst/>
          </a:prstGeom>
          <a:solidFill>
            <a:schemeClr val="bg1"/>
          </a:solidFill>
          <a:ln w="76200">
            <a:solidFill>
              <a:srgbClr val="FD379D">
                <a:alpha val="38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9098824-170E-45B4-0842-159208049CC7}"/>
              </a:ext>
            </a:extLst>
          </p:cNvPr>
          <p:cNvSpPr/>
          <p:nvPr userDrawn="1"/>
        </p:nvSpPr>
        <p:spPr>
          <a:xfrm>
            <a:off x="8533007" y="3612363"/>
            <a:ext cx="128788" cy="128788"/>
          </a:xfrm>
          <a:prstGeom prst="ellipse">
            <a:avLst/>
          </a:prstGeom>
          <a:solidFill>
            <a:schemeClr val="bg1"/>
          </a:solidFill>
          <a:ln w="76200">
            <a:solidFill>
              <a:srgbClr val="FD379D">
                <a:alpha val="38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A05532B-BB1C-800D-1D92-A41832145B38}"/>
              </a:ext>
            </a:extLst>
          </p:cNvPr>
          <p:cNvSpPr/>
          <p:nvPr userDrawn="1"/>
        </p:nvSpPr>
        <p:spPr>
          <a:xfrm>
            <a:off x="7745248" y="4048099"/>
            <a:ext cx="128788" cy="128788"/>
          </a:xfrm>
          <a:prstGeom prst="ellipse">
            <a:avLst/>
          </a:prstGeom>
          <a:solidFill>
            <a:schemeClr val="bg1"/>
          </a:solidFill>
          <a:ln w="76200">
            <a:solidFill>
              <a:srgbClr val="FD379D">
                <a:alpha val="38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2D3ED86-0DB5-6607-B58A-D248EEB6D4F2}"/>
              </a:ext>
            </a:extLst>
          </p:cNvPr>
          <p:cNvSpPr/>
          <p:nvPr userDrawn="1"/>
        </p:nvSpPr>
        <p:spPr>
          <a:xfrm>
            <a:off x="5914303" y="2333058"/>
            <a:ext cx="128788" cy="128788"/>
          </a:xfrm>
          <a:prstGeom prst="ellipse">
            <a:avLst/>
          </a:prstGeom>
          <a:solidFill>
            <a:schemeClr val="bg1"/>
          </a:solidFill>
          <a:ln w="76200">
            <a:solidFill>
              <a:srgbClr val="FD379D">
                <a:alpha val="38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90590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6430B1-11D9-F0A7-E65E-EB9A1E5B7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AB30AE-661C-D3C9-088B-CD38C4E0D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75CB86-E8F3-1996-9648-0E0A5BC5F7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9171B-3C1D-396E-DB7D-EDD75506E3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25B43-1607-FB3A-3CF6-F925B7F952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C164DB0-F2AF-914A-B9E8-74CB8108BCA3}" type="slidenum">
              <a:rPr lang="en-AE" smtClean="0"/>
              <a:pPr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520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60" r:id="rId13"/>
    <p:sldLayoutId id="2147483655" r:id="rId14"/>
    <p:sldLayoutId id="2147483661" r:id="rId15"/>
    <p:sldLayoutId id="2147483662" r:id="rId16"/>
    <p:sldLayoutId id="2147483664" r:id="rId17"/>
    <p:sldLayoutId id="2147483665" r:id="rId18"/>
    <p:sldLayoutId id="2147483663" r:id="rId19"/>
    <p:sldLayoutId id="2147483666" r:id="rId20"/>
    <p:sldLayoutId id="2147483667" r:id="rId21"/>
    <p:sldLayoutId id="2147483669" r:id="rId22"/>
    <p:sldLayoutId id="2147483668" r:id="rId2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CA3687-6C3F-27D7-9BA3-EA6F1B85B565}"/>
              </a:ext>
            </a:extLst>
          </p:cNvPr>
          <p:cNvSpPr txBox="1"/>
          <p:nvPr/>
        </p:nvSpPr>
        <p:spPr>
          <a:xfrm>
            <a:off x="413147" y="1670071"/>
            <a:ext cx="9204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sz="2000" b="1" i="0" dirty="0">
                <a:solidFill>
                  <a:schemeClr val="bg1"/>
                </a:solidFill>
                <a:latin typeface="Plus Jakarta Sans ExtraBold" pitchFamily="2" charset="77"/>
                <a:cs typeface="Plus Jakarta Sans ExtraBold" pitchFamily="2" charset="77"/>
              </a:rPr>
              <a:t>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BF1C28-C5E2-B11D-A3CE-A81C1C0466AA}"/>
              </a:ext>
            </a:extLst>
          </p:cNvPr>
          <p:cNvSpPr txBox="1"/>
          <p:nvPr/>
        </p:nvSpPr>
        <p:spPr>
          <a:xfrm>
            <a:off x="413147" y="2089171"/>
            <a:ext cx="508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sz="1200" b="1" dirty="0">
                <a:gradFill flip="none" rotWithShape="1">
                  <a:gsLst>
                    <a:gs pos="0">
                      <a:srgbClr val="5E7AFD"/>
                    </a:gs>
                    <a:gs pos="39000">
                      <a:srgbClr val="865ED9"/>
                    </a:gs>
                    <a:gs pos="67000">
                      <a:srgbClr val="C35BBA"/>
                    </a:gs>
                    <a:gs pos="100000">
                      <a:srgbClr val="FC795F"/>
                    </a:gs>
                  </a:gsLst>
                  <a:lin ang="0" scaled="1"/>
                  <a:tileRect/>
                </a:gradFill>
                <a:latin typeface="Plus Jakarta Sans ExtraBold" pitchFamily="2" charset="77"/>
                <a:ea typeface="+mj-ea"/>
                <a:cs typeface="Plus Jakarta Sans ExtraBold" pitchFamily="2" charset="77"/>
              </a:rPr>
              <a:t>Title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27FB4E2-9643-2BAD-255C-D8ABB8692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5745" y="2980249"/>
            <a:ext cx="3195326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E" altLang="en-A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lus Jakarta Sans ExtraLight" pitchFamily="2" charset="77"/>
                <a:cs typeface="Plus Jakarta Sans ExtraLight" pitchFamily="2" charset="77"/>
              </a:rPr>
              <a:t>My work spans three interconnected practices: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AE" altLang="en-AE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lus Jakarta Sans ExtraLight" pitchFamily="2" charset="77"/>
              <a:cs typeface="Plus Jakarta Sans ExtraLight" pitchFamily="2" charset="77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AE" altLang="en-A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lus Jakarta Sans ExtraLight" pitchFamily="2" charset="77"/>
                <a:cs typeface="Plus Jakarta Sans ExtraLight" pitchFamily="2" charset="77"/>
              </a:rPr>
              <a:t>Agentic Enterprise Transformation — redesigning organizations to operate with AI-native workflows and autonomous decision layers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AE" altLang="en-AE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lus Jakarta Sans ExtraLight" pitchFamily="2" charset="77"/>
              <a:cs typeface="Plus Jakarta Sans ExtraLight" pitchFamily="2" charset="77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AE" altLang="en-A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lus Jakarta Sans ExtraLight" pitchFamily="2" charset="77"/>
                <a:cs typeface="Plus Jakarta Sans ExtraLight" pitchFamily="2" charset="77"/>
              </a:rPr>
              <a:t>Data &amp; AI Foundations — building the data architecture, governance, and AI capabilities that make transformation durable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AE" altLang="en-AE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lus Jakarta Sans ExtraLight" pitchFamily="2" charset="77"/>
              <a:cs typeface="Plus Jakarta Sans ExtraLight" pitchFamily="2" charset="77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AE" altLang="en-A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lus Jakarta Sans ExtraLight" pitchFamily="2" charset="77"/>
                <a:cs typeface="Plus Jakarta Sans ExtraLight" pitchFamily="2" charset="77"/>
              </a:rPr>
              <a:t>SDLC &amp; Legacy Modernization — accelerating engineering transformation and retiring technical debt through AI-augmented delivery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FDB484-E4F1-4A72-D937-8DD32199308D}"/>
              </a:ext>
            </a:extLst>
          </p:cNvPr>
          <p:cNvSpPr txBox="1"/>
          <p:nvPr/>
        </p:nvSpPr>
        <p:spPr>
          <a:xfrm>
            <a:off x="5233356" y="1650376"/>
            <a:ext cx="61204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sz="1600" b="1" i="0">
                <a:solidFill>
                  <a:schemeClr val="tx1"/>
                </a:solidFill>
                <a:latin typeface="Plus Jakarta Sans ExtraBold" pitchFamily="2" charset="77"/>
                <a:cs typeface="Plus Jakarta Sans ExtraBold" pitchFamily="2" charset="77"/>
              </a:rPr>
              <a:t>Provide a quotation about your AI POV here.</a:t>
            </a:r>
            <a:endParaRPr lang="en-AE" sz="1600" b="1" i="0" dirty="0">
              <a:solidFill>
                <a:schemeClr val="tx1"/>
              </a:solidFill>
              <a:latin typeface="Plus Jakarta Sans ExtraBold" pitchFamily="2" charset="77"/>
              <a:cs typeface="Plus Jakarta Sans ExtraBold" pitchFamily="2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6CFAAC-2DAF-8501-F47A-8A4F88CCFF8F}"/>
              </a:ext>
            </a:extLst>
          </p:cNvPr>
          <p:cNvSpPr txBox="1"/>
          <p:nvPr/>
        </p:nvSpPr>
        <p:spPr>
          <a:xfrm>
            <a:off x="361159" y="2931781"/>
            <a:ext cx="3601685" cy="2851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E" sz="1100" b="0" i="0" dirty="0">
                <a:solidFill>
                  <a:schemeClr val="bg1"/>
                </a:solidFill>
                <a:latin typeface="Plus Jakarta Sans ExtraLight" pitchFamily="2" charset="77"/>
                <a:cs typeface="Plus Jakarta Sans ExtraLight" pitchFamily="2" charset="77"/>
              </a:rPr>
              <a:t>Provide 1–2 paragraphs about your experience: the kinds of transformation you have led, and how your work comes together at Cognirise.</a:t>
            </a:r>
          </a:p>
          <a:p>
            <a:pPr>
              <a:lnSpc>
                <a:spcPct val="150000"/>
              </a:lnSpc>
            </a:pPr>
            <a:endParaRPr lang="en-AE" sz="1100" b="0" i="0" dirty="0">
              <a:solidFill>
                <a:schemeClr val="bg1"/>
              </a:solidFill>
              <a:latin typeface="Plus Jakarta Sans ExtraLight" pitchFamily="2" charset="77"/>
              <a:cs typeface="Plus Jakarta Sans ExtraLight" pitchFamily="2" charset="77"/>
            </a:endParaRPr>
          </a:p>
          <a:p>
            <a:pPr>
              <a:lnSpc>
                <a:spcPct val="150000"/>
              </a:lnSpc>
            </a:pPr>
            <a:r>
              <a:rPr lang="en-AE" sz="1100" b="0" i="0" dirty="0">
                <a:solidFill>
                  <a:schemeClr val="bg1"/>
                </a:solidFill>
                <a:latin typeface="Plus Jakarta Sans ExtraLight" pitchFamily="2" charset="77"/>
                <a:cs typeface="Plus Jakarta Sans ExtraLight" pitchFamily="2" charset="77"/>
              </a:rPr>
              <a:t>Provide a short paragraph on the sectors and types of organizations you have worked with.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8684D7E-BF55-748C-DCB6-917620F89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8474" y="2980249"/>
            <a:ext cx="3195326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E" altLang="en-A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lus Jakarta Sans ExtraLight" pitchFamily="2" charset="77"/>
                <a:cs typeface="Plus Jakarta Sans ExtraLight" pitchFamily="2" charset="77"/>
              </a:rPr>
              <a:t>Some of the clients that I have worked with include: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AE" altLang="en-AE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lus Jakarta Sans ExtraLight" pitchFamily="2" charset="77"/>
              <a:cs typeface="Plus Jakarta Sans ExtraLight" pitchFamily="2" charset="7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E" altLang="en-AE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lus Jakarta Sans ExtraLight" pitchFamily="2" charset="77"/>
                <a:cs typeface="Plus Jakarta Sans ExtraLight" pitchFamily="2" charset="77"/>
              </a:rPr>
              <a:t>UAE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AE" altLang="en-AE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lus Jakarta Sans ExtraLight" pitchFamily="2" charset="77"/>
              <a:cs typeface="Plus Jakarta Sans ExtraLight" pitchFamily="2" charset="7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E" altLang="en-A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lus Jakarta Sans ExtraLight" pitchFamily="2" charset="77"/>
                <a:cs typeface="Plus Jakarta Sans ExtraLight" pitchFamily="2" charset="77"/>
              </a:rPr>
              <a:t>Client 1 | Client 2 | Client 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AE" altLang="en-AE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lus Jakarta Sans ExtraLight" pitchFamily="2" charset="77"/>
              <a:cs typeface="Plus Jakarta Sans ExtraLight" pitchFamily="2" charset="7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E" altLang="en-AE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lus Jakarta Sans ExtraLight" pitchFamily="2" charset="77"/>
                <a:cs typeface="Plus Jakarta Sans ExtraLight" pitchFamily="2" charset="77"/>
              </a:rPr>
              <a:t>KSA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AE" altLang="en-AE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lus Jakarta Sans ExtraLight" pitchFamily="2" charset="77"/>
              <a:cs typeface="Plus Jakarta Sans ExtraLight" pitchFamily="2" charset="7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E" altLang="en-A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lus Jakarta Sans ExtraLight" pitchFamily="2" charset="77"/>
                <a:cs typeface="Plus Jakarta Sans ExtraLight" pitchFamily="2" charset="77"/>
              </a:rPr>
              <a:t>Client 1 | Client 2 | Client 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AE" altLang="en-AE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lus Jakarta Sans ExtraLight" pitchFamily="2" charset="77"/>
              <a:cs typeface="Plus Jakarta Sans ExtraLight" pitchFamily="2" charset="7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E" altLang="en-AE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lus Jakarta Sans ExtraLight" pitchFamily="2" charset="77"/>
                <a:cs typeface="Plus Jakarta Sans ExtraLight" pitchFamily="2" charset="77"/>
              </a:rPr>
              <a:t>Turkey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AE" altLang="en-AE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lus Jakarta Sans ExtraLight" pitchFamily="2" charset="77"/>
              <a:cs typeface="Plus Jakarta Sans ExtraLight" pitchFamily="2" charset="7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E" altLang="en-A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lus Jakarta Sans ExtraLight" pitchFamily="2" charset="77"/>
                <a:cs typeface="Plus Jakarta Sans ExtraLight" pitchFamily="2" charset="77"/>
              </a:rPr>
              <a:t>Client 1 | Client 2 | Client 3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D748664-3B1A-0EFF-389C-134C2F8D5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09440"/>
            <a:ext cx="2743200" cy="365125"/>
          </a:xfrm>
        </p:spPr>
        <p:txBody>
          <a:bodyPr/>
          <a:lstStyle/>
          <a:p>
            <a:fld id="{9C164DB0-F2AF-914A-B9E8-74CB8108BCA3}" type="slidenum">
              <a:rPr lang="en-AE" smtClean="0"/>
              <a:pPr/>
              <a:t>1</a:t>
            </a:fld>
            <a:endParaRPr lang="en-A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96BFBDF-88C7-5056-A4FD-09ACB4F90255}"/>
              </a:ext>
            </a:extLst>
          </p:cNvPr>
          <p:cNvSpPr/>
          <p:nvPr/>
        </p:nvSpPr>
        <p:spPr>
          <a:xfrm>
            <a:off x="2428780" y="1363599"/>
            <a:ext cx="1413164" cy="1413164"/>
          </a:xfrm>
          <a:prstGeom prst="ellipse">
            <a:avLst/>
          </a:prstGeom>
          <a:solidFill>
            <a:schemeClr val="bg1">
              <a:alpha val="93000"/>
            </a:schemeClr>
          </a:solidFill>
          <a:ln>
            <a:gradFill flip="none" rotWithShape="1">
              <a:gsLst>
                <a:gs pos="85988">
                  <a:srgbClr val="5E7AFD"/>
                </a:gs>
                <a:gs pos="46005">
                  <a:srgbClr val="B364B3"/>
                </a:gs>
                <a:gs pos="0">
                  <a:srgbClr val="5E7AFD"/>
                </a:gs>
                <a:gs pos="24000">
                  <a:srgbClr val="DF6A8F"/>
                </a:gs>
                <a:gs pos="69000">
                  <a:srgbClr val="865ED9"/>
                </a:gs>
                <a:gs pos="100000">
                  <a:srgbClr val="FC795F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E" sz="900" dirty="0">
                <a:solidFill>
                  <a:schemeClr val="accent2"/>
                </a:solidFill>
              </a:rPr>
              <a:t>Provide photo with white background so we can format it and insert it here</a:t>
            </a:r>
          </a:p>
        </p:txBody>
      </p:sp>
    </p:spTree>
    <p:extLst>
      <p:ext uri="{BB962C8B-B14F-4D97-AF65-F5344CB8AC3E}">
        <p14:creationId xmlns:p14="http://schemas.microsoft.com/office/powerpoint/2010/main" val="1955002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6022</TotalTime>
  <Words>209</Words>
  <Application>Microsoft Macintosh PowerPoint</Application>
  <PresentationFormat>Widescreen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Plus Jakarta Sans ExtraBold</vt:lpstr>
      <vt:lpstr>Plus Jakarta Sans ExtraLight</vt:lpstr>
      <vt:lpstr>Plus Jakarta Sans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Cognirise</dc:creator>
  <cp:lastModifiedBy>Cognirise</cp:lastModifiedBy>
  <cp:revision>15</cp:revision>
  <dcterms:created xsi:type="dcterms:W3CDTF">2026-05-31T14:34:57Z</dcterms:created>
  <dcterms:modified xsi:type="dcterms:W3CDTF">2026-06-18T11:50:57Z</dcterms:modified>
</cp:coreProperties>
</file>