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Standalone executive summary. Situation: connected professional-services work creates seams. Intervention: owned operating spine with bounded assistance and deterministic control. Breadth and chronology are repository-evidenced only. Senior-led differentiation is a founder assertion.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3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B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/ EXECUTIVE CASE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agentic operating system for a senior-led firm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operating spine connecting demand, delivery, money and people—across employees, contractors and alliance partners.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1938528"/>
            <a:ext cx="2084832" cy="2670048"/>
          </a:xfrm>
          <a:prstGeom prst="roundRect">
            <a:avLst>
              <a:gd name="adj" fmla="val 2632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38528"/>
            <a:ext cx="64008" cy="2670048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1031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" y="2450592"/>
            <a:ext cx="1700784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tools risk seams across identity, approvals, commercial flow and reporting.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2761488" y="1938528"/>
            <a:ext cx="2084832" cy="2670048"/>
          </a:xfrm>
          <a:prstGeom prst="roundRect">
            <a:avLst>
              <a:gd name="adj" fmla="val 2632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61488" y="1938528"/>
            <a:ext cx="64008" cy="2670048"/>
          </a:xfrm>
          <a:prstGeom prst="rect">
            <a:avLst/>
          </a:prstGeom>
          <a:solidFill>
            <a:srgbClr val="7657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62656" y="21031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INTERVENTION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62656" y="2450592"/>
            <a:ext cx="1700784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workflow + control plane; place bounded agents above deterministic services; integrate utilities.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020056" y="1938528"/>
            <a:ext cx="2084832" cy="2670048"/>
          </a:xfrm>
          <a:prstGeom prst="roundRect">
            <a:avLst>
              <a:gd name="adj" fmla="val 2632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0056" y="1938528"/>
            <a:ext cx="64008" cy="2670048"/>
          </a:xfrm>
          <a:prstGeom prst="rect">
            <a:avLst/>
          </a:prstGeom>
          <a:solidFill>
            <a:srgbClr val="D04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21224" y="21031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BREADTH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21224" y="2450592"/>
            <a:ext cx="1700784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/ research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/ margin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/ change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/ GL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 / VAT / cash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/ contracts</a:t>
            </a:r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Portals / mobile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278624" y="1938528"/>
            <a:ext cx="2084832" cy="2670048"/>
          </a:xfrm>
          <a:prstGeom prst="roundRect">
            <a:avLst>
              <a:gd name="adj" fmla="val 2632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78624" y="1938528"/>
            <a:ext cx="64008" cy="2670048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79792" y="21031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TRAJECTORY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79792" y="2450592"/>
            <a:ext cx="1700784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from foundation (12 May) through staged expansion, mobile (19–20 Jul) and Aug hardening. [10]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9537192" y="1938528"/>
            <a:ext cx="2148840" cy="2670048"/>
          </a:xfrm>
          <a:prstGeom prst="roundRect">
            <a:avLst>
              <a:gd name="adj" fmla="val 2553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37192" y="1938528"/>
            <a:ext cx="64008" cy="2670048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38360" y="21031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DIFFERENTIATOR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738360" y="2450592"/>
            <a:ext cx="1764792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assertion: senior practitioners define policy, decisions and exceptions—not unrestricted autonomy.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502920" y="4901184"/>
            <a:ext cx="7479792" cy="841248"/>
          </a:xfrm>
          <a:prstGeom prst="roundRect">
            <a:avLst>
              <a:gd name="adj" fmla="val 6522"/>
            </a:avLst>
          </a:prstGeom>
          <a:solidFill>
            <a:srgbClr val="202F50"/>
          </a:solidFill>
          <a:ln w="12700">
            <a:solidFill>
              <a:srgbClr val="3948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1520" y="5102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AF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EVIDENCE BOUNDARY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340864" y="5038344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code and recorded order—not deployment, effort, adoption or outcomes. External integrations are implemented-not-proven-live. Mixed external evidence requires local measurement. [1–10]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8183880" y="4901184"/>
            <a:ext cx="3502152" cy="841248"/>
          </a:xfrm>
          <a:prstGeom prst="roundRect">
            <a:avLst>
              <a:gd name="adj" fmla="val 6522"/>
            </a:avLst>
          </a:prstGeom>
          <a:solidFill>
            <a:srgbClr val="FF7262"/>
          </a:solidFill>
          <a:ln w="12700">
            <a:solidFill>
              <a:srgbClr val="FF726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0768" y="50749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BOOK A DEMO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710928" y="5010912"/>
            <a:ext cx="1719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an evidence-led pilot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cognirise.ai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F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[1–9] External studies: bounded/heterogeneous/mixed and benchmark caveats. [10] Cognirise repository/history through 5 Sep 2026.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mforta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agentic operating system — executive case</dc:title>
  <dc:subject>PptxGenJS Presentation</dc:subject>
  <dc:creator>Cognirise</dc:creator>
  <cp:lastModifiedBy>Cognirise</cp:lastModifiedBy>
  <cp:revision>1</cp:revision>
  <dcterms:created xsi:type="dcterms:W3CDTF">2026-09-05T18:46:56Z</dcterms:created>
  <dcterms:modified xsi:type="dcterms:W3CDTF">2026-09-05T18:46:56Z</dcterms:modified>
</cp:coreProperties>
</file>